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9.xml" ContentType="application/vnd.openxmlformats-officedocument.presentationml.tags+xml"/>
  <Override PartName="/ppt/notesSlides/notesSlide1.xml" ContentType="application/vnd.openxmlformats-officedocument.presentationml.notesSlide+xml"/>
  <Override PartName="/ppt/tags/tag20.xml" ContentType="application/vnd.openxmlformats-officedocument.presentationml.tags+xml"/>
  <Override PartName="/ppt/notesSlides/notesSlide2.xml" ContentType="application/vnd.openxmlformats-officedocument.presentationml.notesSlide+xml"/>
  <Override PartName="/ppt/tags/tag21.xml" ContentType="application/vnd.openxmlformats-officedocument.presentationml.tags+xml"/>
  <Override PartName="/ppt/notesSlides/notesSlide3.xml" ContentType="application/vnd.openxmlformats-officedocument.presentationml.notesSlide+xml"/>
  <Override PartName="/ppt/tags/tag22.xml" ContentType="application/vnd.openxmlformats-officedocument.presentationml.tags+xml"/>
  <Override PartName="/ppt/notesSlides/notesSlide4.xml" ContentType="application/vnd.openxmlformats-officedocument.presentationml.notesSlide+xml"/>
  <Override PartName="/ppt/tags/tag23.xml" ContentType="application/vnd.openxmlformats-officedocument.presentationml.tags+xml"/>
  <Override PartName="/ppt/notesSlides/notesSlide5.xml" ContentType="application/vnd.openxmlformats-officedocument.presentationml.notesSlide+xml"/>
  <Override PartName="/ppt/tags/tag24.xml" ContentType="application/vnd.openxmlformats-officedocument.presentationml.tags+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25.xml" ContentType="application/vnd.openxmlformats-officedocument.presentationml.tags+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26.xml" ContentType="application/vnd.openxmlformats-officedocument.presentationml.tags+xml"/>
  <Override PartName="/ppt/notesSlides/notesSlide8.xml" ContentType="application/vnd.openxmlformats-officedocument.presentationml.notesSlide+xml"/>
  <Override PartName="/ppt/tags/tag27.xml" ContentType="application/vnd.openxmlformats-officedocument.presentationml.tags+xml"/>
  <Override PartName="/ppt/notesSlides/notesSlide9.xml" ContentType="application/vnd.openxmlformats-officedocument.presentationml.notesSlide+xml"/>
  <Override PartName="/ppt/tags/tag28.xml" ContentType="application/vnd.openxmlformats-officedocument.presentationml.tags+xml"/>
  <Override PartName="/ppt/notesSlides/notesSlide10.xml" ContentType="application/vnd.openxmlformats-officedocument.presentationml.notesSlide+xml"/>
  <Override PartName="/ppt/tags/tag29.xml" ContentType="application/vnd.openxmlformats-officedocument.presentationml.tags+xml"/>
  <Override PartName="/ppt/notesSlides/notesSlide11.xml" ContentType="application/vnd.openxmlformats-officedocument.presentationml.notesSlide+xml"/>
  <Override PartName="/ppt/tags/tag30.xml" ContentType="application/vnd.openxmlformats-officedocument.presentationml.tags+xml"/>
  <Override PartName="/ppt/notesSlides/notesSlide12.xml" ContentType="application/vnd.openxmlformats-officedocument.presentationml.notesSlide+xml"/>
  <Override PartName="/ppt/tags/tag31.xml" ContentType="application/vnd.openxmlformats-officedocument.presentationml.tags+xml"/>
  <Override PartName="/ppt/notesSlides/notesSlide13.xml" ContentType="application/vnd.openxmlformats-officedocument.presentationml.notesSlide+xml"/>
  <Override PartName="/ppt/tags/tag32.xml" ContentType="application/vnd.openxmlformats-officedocument.presentationml.tags+xml"/>
  <Override PartName="/ppt/notesSlides/notesSlide14.xml" ContentType="application/vnd.openxmlformats-officedocument.presentationml.notesSlide+xml"/>
  <Override PartName="/ppt/tags/tag33.xml" ContentType="application/vnd.openxmlformats-officedocument.presentationml.tags+xml"/>
  <Override PartName="/ppt/notesSlides/notesSlide1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34.xml" ContentType="application/vnd.openxmlformats-officedocument.presentationml.tags+xml"/>
  <Override PartName="/ppt/notesSlides/notesSlide1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ags/tag35.xml" ContentType="application/vnd.openxmlformats-officedocument.presentationml.tags+xml"/>
  <Override PartName="/ppt/notesSlides/notesSlide17.xml" ContentType="application/vnd.openxmlformats-officedocument.presentationml.notesSlide+xml"/>
  <Override PartName="/ppt/tags/tag36.xml" ContentType="application/vnd.openxmlformats-officedocument.presentationml.tags+xml"/>
  <Override PartName="/ppt/notesSlides/notesSlide18.xml" ContentType="application/vnd.openxmlformats-officedocument.presentationml.notesSlide+xml"/>
  <Override PartName="/ppt/tags/tag37.xml" ContentType="application/vnd.openxmlformats-officedocument.presentationml.tags+xml"/>
  <Override PartName="/ppt/notesSlides/notesSlide19.xml" ContentType="application/vnd.openxmlformats-officedocument.presentationml.notesSlide+xml"/>
  <Override PartName="/ppt/tags/tag38.xml" ContentType="application/vnd.openxmlformats-officedocument.presentationml.tags+xml"/>
  <Override PartName="/ppt/notesSlides/notesSlide20.xml" ContentType="application/vnd.openxmlformats-officedocument.presentationml.notesSlide+xml"/>
  <Override PartName="/ppt/tags/tag39.xml" ContentType="application/vnd.openxmlformats-officedocument.presentationml.tags+xml"/>
  <Override PartName="/ppt/notesSlides/notesSlide2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tags/tag40.xml" ContentType="application/vnd.openxmlformats-officedocument.presentationml.tags+xml"/>
  <Override PartName="/ppt/notesSlides/notesSlide22.xml" ContentType="application/vnd.openxmlformats-officedocument.presentationml.notesSlide+xml"/>
  <Override PartName="/ppt/tags/tag41.xml" ContentType="application/vnd.openxmlformats-officedocument.presentationml.tags+xml"/>
  <Override PartName="/ppt/notesSlides/notesSlide23.xml" ContentType="application/vnd.openxmlformats-officedocument.presentationml.notesSlide+xml"/>
  <Override PartName="/ppt/tags/tag42.xml" ContentType="application/vnd.openxmlformats-officedocument.presentationml.tags+xml"/>
  <Override PartName="/ppt/notesSlides/notesSlide24.xml" ContentType="application/vnd.openxmlformats-officedocument.presentationml.notesSlide+xml"/>
  <Override PartName="/ppt/tags/tag43.xml" ContentType="application/vnd.openxmlformats-officedocument.presentationml.tags+xml"/>
  <Override PartName="/ppt/notesSlides/notesSlide25.xml" ContentType="application/vnd.openxmlformats-officedocument.presentationml.notesSlide+xml"/>
  <Override PartName="/ppt/tags/tag44.xml" ContentType="application/vnd.openxmlformats-officedocument.presentationml.tags+xml"/>
  <Override PartName="/ppt/notesSlides/notesSlide26.xml" ContentType="application/vnd.openxmlformats-officedocument.presentationml.notesSlide+xml"/>
  <Override PartName="/ppt/tags/tag45.xml" ContentType="application/vnd.openxmlformats-officedocument.presentationml.tags+xml"/>
  <Override PartName="/ppt/notesSlides/notesSlide27.xml" ContentType="application/vnd.openxmlformats-officedocument.presentationml.notesSlide+xml"/>
  <Override PartName="/ppt/tags/tag46.xml" ContentType="application/vnd.openxmlformats-officedocument.presentationml.tags+xml"/>
  <Override PartName="/ppt/notesSlides/notesSlide28.xml" ContentType="application/vnd.openxmlformats-officedocument.presentationml.notesSlide+xml"/>
  <Override PartName="/ppt/tags/tag47.xml" ContentType="application/vnd.openxmlformats-officedocument.presentationml.tags+xml"/>
  <Override PartName="/ppt/notesSlides/notesSlide29.xml" ContentType="application/vnd.openxmlformats-officedocument.presentationml.notesSlide+xml"/>
  <Override PartName="/ppt/tags/tag48.xml" ContentType="application/vnd.openxmlformats-officedocument.presentationml.tags+xml"/>
  <Override PartName="/ppt/notesSlides/notesSlide30.xml" ContentType="application/vnd.openxmlformats-officedocument.presentationml.notesSlide+xml"/>
  <Override PartName="/ppt/tags/tag49.xml" ContentType="application/vnd.openxmlformats-officedocument.presentationml.tags+xml"/>
  <Override PartName="/ppt/notesSlides/notesSlide31.xml" ContentType="application/vnd.openxmlformats-officedocument.presentationml.notesSlide+xml"/>
  <Override PartName="/ppt/tags/tag50.xml" ContentType="application/vnd.openxmlformats-officedocument.presentationml.tags+xml"/>
  <Override PartName="/ppt/notesSlides/notesSlide32.xml" ContentType="application/vnd.openxmlformats-officedocument.presentationml.notesSlide+xml"/>
  <Override PartName="/ppt/tags/tag51.xml" ContentType="application/vnd.openxmlformats-officedocument.presentationml.tags+xml"/>
  <Override PartName="/ppt/notesSlides/notesSlide33.xml" ContentType="application/vnd.openxmlformats-officedocument.presentationml.notesSlide+xml"/>
  <Override PartName="/ppt/tags/tag52.xml" ContentType="application/vnd.openxmlformats-officedocument.presentationml.tags+xml"/>
  <Override PartName="/ppt/notesSlides/notesSlide34.xml" ContentType="application/vnd.openxmlformats-officedocument.presentationml.notesSlide+xml"/>
  <Override PartName="/ppt/tags/tag53.xml" ContentType="application/vnd.openxmlformats-officedocument.presentationml.tags+xml"/>
  <Override PartName="/ppt/notesSlides/notesSlide35.xml" ContentType="application/vnd.openxmlformats-officedocument.presentationml.notesSlide+xml"/>
  <Override PartName="/ppt/tags/tag54.xml" ContentType="application/vnd.openxmlformats-officedocument.presentationml.tags+xml"/>
  <Override PartName="/ppt/notesSlides/notesSlide36.xml" ContentType="application/vnd.openxmlformats-officedocument.presentationml.notesSlide+xml"/>
  <Override PartName="/ppt/tags/tag55.xml" ContentType="application/vnd.openxmlformats-officedocument.presentationml.tags+xml"/>
  <Override PartName="/ppt/notesSlides/notesSlide37.xml" ContentType="application/vnd.openxmlformats-officedocument.presentationml.notesSlide+xml"/>
  <Override PartName="/ppt/tags/tag56.xml" ContentType="application/vnd.openxmlformats-officedocument.presentationml.tags+xml"/>
  <Override PartName="/ppt/notesSlides/notesSlide38.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tags/tag57.xml" ContentType="application/vnd.openxmlformats-officedocument.presentationml.tags+xml"/>
  <Override PartName="/ppt/notesSlides/notesSlide39.xml" ContentType="application/vnd.openxmlformats-officedocument.presentationml.notesSlide+xml"/>
  <Override PartName="/ppt/tags/tag58.xml" ContentType="application/vnd.openxmlformats-officedocument.presentationml.tags+xml"/>
  <Override PartName="/ppt/notesSlides/notesSlide40.xml" ContentType="application/vnd.openxmlformats-officedocument.presentationml.notesSlide+xml"/>
  <Override PartName="/ppt/tags/tag59.xml" ContentType="application/vnd.openxmlformats-officedocument.presentationml.tags+xml"/>
  <Override PartName="/ppt/notesSlides/notesSlide41.xml" ContentType="application/vnd.openxmlformats-officedocument.presentationml.notesSlide+xml"/>
  <Override PartName="/ppt/tags/tag60.xml" ContentType="application/vnd.openxmlformats-officedocument.presentationml.tags+xml"/>
  <Override PartName="/ppt/notesSlides/notesSlide42.xml" ContentType="application/vnd.openxmlformats-officedocument.presentationml.notesSlide+xml"/>
  <Override PartName="/ppt/tags/tag61.xml" ContentType="application/vnd.openxmlformats-officedocument.presentationml.tags+xml"/>
  <Override PartName="/ppt/notesSlides/notesSlide43.xml" ContentType="application/vnd.openxmlformats-officedocument.presentationml.notesSlide+xml"/>
  <Override PartName="/ppt/tags/tag62.xml" ContentType="application/vnd.openxmlformats-officedocument.presentationml.tags+xml"/>
  <Override PartName="/ppt/notesSlides/notesSlide44.xml" ContentType="application/vnd.openxmlformats-officedocument.presentationml.notesSlide+xml"/>
  <Override PartName="/ppt/tags/tag63.xml" ContentType="application/vnd.openxmlformats-officedocument.presentationml.tags+xml"/>
  <Override PartName="/ppt/notesSlides/notesSlide45.xml" ContentType="application/vnd.openxmlformats-officedocument.presentationml.notesSlide+xml"/>
  <Override PartName="/ppt/tags/tag64.xml" ContentType="application/vnd.openxmlformats-officedocument.presentationml.tags+xml"/>
  <Override PartName="/ppt/notesSlides/notesSlide46.xml" ContentType="application/vnd.openxmlformats-officedocument.presentationml.notesSlide+xml"/>
  <Override PartName="/ppt/tags/tag65.xml" ContentType="application/vnd.openxmlformats-officedocument.presentationml.tags+xml"/>
  <Override PartName="/ppt/notesSlides/notesSlide47.xml" ContentType="application/vnd.openxmlformats-officedocument.presentationml.notesSlide+xml"/>
  <Override PartName="/ppt/tags/tag66.xml" ContentType="application/vnd.openxmlformats-officedocument.presentationml.tags+xml"/>
  <Override PartName="/ppt/notesSlides/notesSlide48.xml" ContentType="application/vnd.openxmlformats-officedocument.presentationml.notesSlide+xml"/>
  <Override PartName="/ppt/tags/tag67.xml" ContentType="application/vnd.openxmlformats-officedocument.presentationml.tags+xml"/>
  <Override PartName="/ppt/notesSlides/notesSlide49.xml" ContentType="application/vnd.openxmlformats-officedocument.presentationml.notesSlide+xml"/>
  <Override PartName="/ppt/tags/tag68.xml" ContentType="application/vnd.openxmlformats-officedocument.presentationml.tags+xml"/>
  <Override PartName="/ppt/notesSlides/notesSlide50.xml" ContentType="application/vnd.openxmlformats-officedocument.presentationml.notesSlide+xml"/>
  <Override PartName="/ppt/tags/tag69.xml" ContentType="application/vnd.openxmlformats-officedocument.presentationml.tags+xml"/>
  <Override PartName="/ppt/notesSlides/notesSlide51.xml" ContentType="application/vnd.openxmlformats-officedocument.presentationml.notesSlide+xml"/>
  <Override PartName="/ppt/tags/tag70.xml" ContentType="application/vnd.openxmlformats-officedocument.presentationml.tags+xml"/>
  <Override PartName="/ppt/notesSlides/notesSlide52.xml" ContentType="application/vnd.openxmlformats-officedocument.presentationml.notesSlide+xml"/>
  <Override PartName="/ppt/tags/tag71.xml" ContentType="application/vnd.openxmlformats-officedocument.presentationml.tags+xml"/>
  <Override PartName="/ppt/notesSlides/notesSlide53.xml" ContentType="application/vnd.openxmlformats-officedocument.presentationml.notesSlide+xml"/>
  <Override PartName="/ppt/tags/tag72.xml" ContentType="application/vnd.openxmlformats-officedocument.presentationml.tags+xml"/>
  <Override PartName="/ppt/notesSlides/notesSlide54.xml" ContentType="application/vnd.openxmlformats-officedocument.presentationml.notesSlide+xml"/>
  <Override PartName="/ppt/tags/tag73.xml" ContentType="application/vnd.openxmlformats-officedocument.presentationml.tags+xml"/>
  <Override PartName="/ppt/notesSlides/notesSlide55.xml" ContentType="application/vnd.openxmlformats-officedocument.presentationml.notesSlide+xml"/>
  <Override PartName="/ppt/tags/tag74.xml" ContentType="application/vnd.openxmlformats-officedocument.presentationml.tags+xml"/>
  <Override PartName="/ppt/notesSlides/notesSlide56.xml" ContentType="application/vnd.openxmlformats-officedocument.presentationml.notesSlide+xml"/>
  <Override PartName="/ppt/tags/tag75.xml" ContentType="application/vnd.openxmlformats-officedocument.presentationml.tags+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4" r:id="rId4"/>
  </p:sldMasterIdLst>
  <p:notesMasterIdLst>
    <p:notesMasterId r:id="rId62"/>
  </p:notesMasterIdLst>
  <p:handoutMasterIdLst>
    <p:handoutMasterId r:id="rId63"/>
  </p:handoutMasterIdLst>
  <p:sldIdLst>
    <p:sldId id="312" r:id="rId5"/>
    <p:sldId id="378" r:id="rId6"/>
    <p:sldId id="379" r:id="rId7"/>
    <p:sldId id="313" r:id="rId8"/>
    <p:sldId id="314" r:id="rId9"/>
    <p:sldId id="381" r:id="rId10"/>
    <p:sldId id="380" r:id="rId11"/>
    <p:sldId id="382" r:id="rId12"/>
    <p:sldId id="383" r:id="rId13"/>
    <p:sldId id="384" r:id="rId14"/>
    <p:sldId id="385" r:id="rId15"/>
    <p:sldId id="319" r:id="rId16"/>
    <p:sldId id="350" r:id="rId17"/>
    <p:sldId id="388" r:id="rId18"/>
    <p:sldId id="389" r:id="rId19"/>
    <p:sldId id="420" r:id="rId20"/>
    <p:sldId id="390" r:id="rId21"/>
    <p:sldId id="391" r:id="rId22"/>
    <p:sldId id="392" r:id="rId23"/>
    <p:sldId id="393" r:id="rId24"/>
    <p:sldId id="394" r:id="rId25"/>
    <p:sldId id="395" r:id="rId26"/>
    <p:sldId id="396" r:id="rId27"/>
    <p:sldId id="397" r:id="rId28"/>
    <p:sldId id="421" r:id="rId29"/>
    <p:sldId id="398" r:id="rId30"/>
    <p:sldId id="401" r:id="rId31"/>
    <p:sldId id="399" r:id="rId32"/>
    <p:sldId id="400" r:id="rId33"/>
    <p:sldId id="402" r:id="rId34"/>
    <p:sldId id="351" r:id="rId35"/>
    <p:sldId id="352" r:id="rId36"/>
    <p:sldId id="403" r:id="rId37"/>
    <p:sldId id="404" r:id="rId38"/>
    <p:sldId id="405" r:id="rId39"/>
    <p:sldId id="406" r:id="rId40"/>
    <p:sldId id="407" r:id="rId41"/>
    <p:sldId id="423" r:id="rId42"/>
    <p:sldId id="410" r:id="rId43"/>
    <p:sldId id="408" r:id="rId44"/>
    <p:sldId id="425" r:id="rId45"/>
    <p:sldId id="426" r:id="rId46"/>
    <p:sldId id="413" r:id="rId47"/>
    <p:sldId id="414" r:id="rId48"/>
    <p:sldId id="430" r:id="rId49"/>
    <p:sldId id="415" r:id="rId50"/>
    <p:sldId id="424" r:id="rId51"/>
    <p:sldId id="416" r:id="rId52"/>
    <p:sldId id="429" r:id="rId53"/>
    <p:sldId id="418" r:id="rId54"/>
    <p:sldId id="353" r:id="rId55"/>
    <p:sldId id="354" r:id="rId56"/>
    <p:sldId id="431" r:id="rId57"/>
    <p:sldId id="432" r:id="rId58"/>
    <p:sldId id="433" r:id="rId59"/>
    <p:sldId id="320" r:id="rId60"/>
    <p:sldId id="434" r:id="rId61"/>
  </p:sldIdLst>
  <p:sldSz cx="9144000" cy="5143500" type="screen16x9"/>
  <p:notesSz cx="6858000" cy="9144000"/>
  <p:custDataLst>
    <p:tags r:id="rId6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12">
          <p15:clr>
            <a:srgbClr val="A4A3A4"/>
          </p15:clr>
        </p15:guide>
        <p15:guide id="2" orient="horz" pos="229">
          <p15:clr>
            <a:srgbClr val="A4A3A4"/>
          </p15:clr>
        </p15:guide>
        <p15:guide id="3" pos="2879">
          <p15:clr>
            <a:srgbClr val="A4A3A4"/>
          </p15:clr>
        </p15:guide>
      </p15:sldGuideLst>
    </p:ext>
    <p:ext uri="{2D200454-40CA-4A62-9FC3-DE9A4176ACB9}">
      <p15:notesGuideLst xmlns:p15="http://schemas.microsoft.com/office/powerpoint/2012/main">
        <p15:guide id="1" orient="horz" pos="48">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Kuhu" initials="Kuhu" lastIdx="4" clrIdx="0"/>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ABCBE"/>
    <a:srgbClr val="2C95DD"/>
    <a:srgbClr val="93C5FF"/>
    <a:srgbClr val="CDDDF2"/>
    <a:srgbClr val="E8EFF9"/>
    <a:srgbClr val="339933"/>
    <a:srgbClr val="BA3030"/>
    <a:srgbClr val="8E908F"/>
    <a:srgbClr val="9D9FA2"/>
    <a:srgbClr val="82838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8883" autoAdjust="0"/>
  </p:normalViewPr>
  <p:slideViewPr>
    <p:cSldViewPr snapToGrid="0">
      <p:cViewPr>
        <p:scale>
          <a:sx n="100" d="100"/>
          <a:sy n="100" d="100"/>
        </p:scale>
        <p:origin x="300" y="-584"/>
      </p:cViewPr>
      <p:guideLst>
        <p:guide orient="horz" pos="912"/>
        <p:guide orient="horz" pos="229"/>
        <p:guide pos="2879"/>
      </p:guideLst>
    </p:cSldViewPr>
  </p:slideViewPr>
  <p:notesTextViewPr>
    <p:cViewPr>
      <p:scale>
        <a:sx n="1" d="1"/>
        <a:sy n="1" d="1"/>
      </p:scale>
      <p:origin x="0" y="0"/>
    </p:cViewPr>
  </p:notesTextViewPr>
  <p:notesViewPr>
    <p:cSldViewPr snapToGrid="0">
      <p:cViewPr>
        <p:scale>
          <a:sx n="1" d="2"/>
          <a:sy n="1" d="2"/>
        </p:scale>
        <p:origin x="0" y="0"/>
      </p:cViewPr>
      <p:guideLst>
        <p:guide orient="horz" pos="48"/>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handoutMaster" Target="handoutMasters/handoutMaster1.xml"/><Relationship Id="rId68"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ags" Target="tags/tag1.xml"/><Relationship Id="rId69"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notesMaster" Target="notesMasters/notesMaster1.xml"/><Relationship Id="rId7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hista Agwan VisFac" userId="S::shahista.agwanvisfac@svkmmumbai.onmicrosoft.com::0f481a32-f036-4845-932c-0f39f8f00e1b" providerId="AD" clId="Web-{8F4F49F1-AA39-0C9A-1FC5-96AC63CE4F43}"/>
    <pc:docChg chg="modSld">
      <pc:chgData name="Shahista Agwan VisFac" userId="S::shahista.agwanvisfac@svkmmumbai.onmicrosoft.com::0f481a32-f036-4845-932c-0f39f8f00e1b" providerId="AD" clId="Web-{8F4F49F1-AA39-0C9A-1FC5-96AC63CE4F43}" dt="2024-08-13T03:20:02.140" v="1" actId="1076"/>
      <pc:docMkLst>
        <pc:docMk/>
      </pc:docMkLst>
      <pc:sldChg chg="modSp">
        <pc:chgData name="Shahista Agwan VisFac" userId="S::shahista.agwanvisfac@svkmmumbai.onmicrosoft.com::0f481a32-f036-4845-932c-0f39f8f00e1b" providerId="AD" clId="Web-{8F4F49F1-AA39-0C9A-1FC5-96AC63CE4F43}" dt="2024-08-13T03:18:08.293" v="0" actId="1076"/>
        <pc:sldMkLst>
          <pc:docMk/>
          <pc:sldMk cId="2827735418" sldId="398"/>
        </pc:sldMkLst>
      </pc:sldChg>
      <pc:sldChg chg="modSp">
        <pc:chgData name="Shahista Agwan VisFac" userId="S::shahista.agwanvisfac@svkmmumbai.onmicrosoft.com::0f481a32-f036-4845-932c-0f39f8f00e1b" providerId="AD" clId="Web-{8F4F49F1-AA39-0C9A-1FC5-96AC63CE4F43}" dt="2024-08-13T03:20:02.140" v="1" actId="1076"/>
        <pc:sldMkLst>
          <pc:docMk/>
          <pc:sldMk cId="2647309522" sldId="414"/>
        </pc:sldMkLst>
      </pc:sldChg>
    </pc:docChg>
  </pc:docChgLst>
  <pc:docChgLst>
    <pc:chgData name="Pratiksha Patil" userId="S::pratiksha.patil@nmims.edu::1197ace9-a30a-45e5-8118-a21623cf4fbd" providerId="AD" clId="Web-{CFC4AFF9-1E9A-47A1-B7E2-416E4F7AB849}"/>
    <pc:docChg chg="delSld">
      <pc:chgData name="Pratiksha Patil" userId="S::pratiksha.patil@nmims.edu::1197ace9-a30a-45e5-8118-a21623cf4fbd" providerId="AD" clId="Web-{CFC4AFF9-1E9A-47A1-B7E2-416E4F7AB849}" dt="2023-08-08T04:03:41.053" v="0"/>
      <pc:docMkLst>
        <pc:docMk/>
      </pc:docMkLst>
      <pc:sldChg chg="del">
        <pc:chgData name="Pratiksha Patil" userId="S::pratiksha.patil@nmims.edu::1197ace9-a30a-45e5-8118-a21623cf4fbd" providerId="AD" clId="Web-{CFC4AFF9-1E9A-47A1-B7E2-416E4F7AB849}" dt="2023-08-08T04:03:41.053" v="0"/>
        <pc:sldMkLst>
          <pc:docMk/>
          <pc:sldMk cId="890436702" sldId="419"/>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4DFD065-2FBA-4234-BCF8-C925B2817114}"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9C7872EB-5D7C-4735-9901-5B74061F9283}">
      <dgm:prSet phldrT="[Text]" custT="1"/>
      <dgm:spPr>
        <a:solidFill>
          <a:srgbClr val="2C95DD"/>
        </a:solidFill>
      </dgm:spPr>
      <dgm:t>
        <a:bodyPr/>
        <a:lstStyle/>
        <a:p>
          <a:pPr algn="ctr"/>
          <a:r>
            <a:rPr lang="en-US" sz="1500"/>
            <a:t>Processor</a:t>
          </a:r>
        </a:p>
      </dgm:t>
    </dgm:pt>
    <dgm:pt modelId="{36B15B97-CAD3-4E39-B95A-3CF0985499F7}" type="parTrans" cxnId="{F3E12819-DFDD-4E41-8672-0FB9C51129EC}">
      <dgm:prSet/>
      <dgm:spPr/>
      <dgm:t>
        <a:bodyPr/>
        <a:lstStyle/>
        <a:p>
          <a:endParaRPr lang="en-US"/>
        </a:p>
      </dgm:t>
    </dgm:pt>
    <dgm:pt modelId="{ADBBD08F-67ED-4848-BBF9-9053C6957265}" type="sibTrans" cxnId="{F3E12819-DFDD-4E41-8672-0FB9C51129EC}">
      <dgm:prSet/>
      <dgm:spPr/>
      <dgm:t>
        <a:bodyPr/>
        <a:lstStyle/>
        <a:p>
          <a:endParaRPr lang="en-US"/>
        </a:p>
      </dgm:t>
    </dgm:pt>
    <dgm:pt modelId="{E1D80027-EC72-4C00-8C15-84D13A3D2A20}">
      <dgm:prSet phldrT="[Text]" custT="1"/>
      <dgm:spPr/>
      <dgm:t>
        <a:bodyPr lIns="109728" tIns="54864" rIns="109728" bIns="54864"/>
        <a:lstStyle/>
        <a:p>
          <a:r>
            <a:rPr lang="en-US" sz="1200"/>
            <a:t>A collection of microchips on a motherboard to manage specific functions, such as processor access to RAM and to peripheral ports</a:t>
          </a:r>
        </a:p>
      </dgm:t>
    </dgm:pt>
    <dgm:pt modelId="{D782658F-0438-46F8-8F2E-EB28256E83A6}">
      <dgm:prSet phldrT="[Text]" custT="1"/>
      <dgm:spPr>
        <a:solidFill>
          <a:srgbClr val="2C95DD"/>
        </a:solidFill>
      </dgm:spPr>
      <dgm:t>
        <a:bodyPr/>
        <a:lstStyle/>
        <a:p>
          <a:pPr algn="ctr"/>
          <a:r>
            <a:rPr lang="en-US" sz="1500"/>
            <a:t>Chipset</a:t>
          </a:r>
        </a:p>
      </dgm:t>
    </dgm:pt>
    <dgm:pt modelId="{57B83FDD-FC6D-4E8D-A8DE-7D5AE3894E27}" type="sibTrans" cxnId="{AE24B1B6-7CCD-4908-AB28-971C779E929A}">
      <dgm:prSet/>
      <dgm:spPr/>
      <dgm:t>
        <a:bodyPr/>
        <a:lstStyle/>
        <a:p>
          <a:endParaRPr lang="en-US"/>
        </a:p>
      </dgm:t>
    </dgm:pt>
    <dgm:pt modelId="{6B773971-3D6B-4D0C-8AFB-C552201AAA9D}" type="parTrans" cxnId="{AE24B1B6-7CCD-4908-AB28-971C779E929A}">
      <dgm:prSet/>
      <dgm:spPr/>
      <dgm:t>
        <a:bodyPr/>
        <a:lstStyle/>
        <a:p>
          <a:endParaRPr lang="en-US"/>
        </a:p>
      </dgm:t>
    </dgm:pt>
    <dgm:pt modelId="{BCFACEF5-F738-4A0A-80FA-B61238A52FF4}" type="sibTrans" cxnId="{9C0D5128-ABF2-4FA0-9FB5-379B811454C7}">
      <dgm:prSet/>
      <dgm:spPr/>
      <dgm:t>
        <a:bodyPr/>
        <a:lstStyle/>
        <a:p>
          <a:endParaRPr lang="en-US"/>
        </a:p>
      </dgm:t>
    </dgm:pt>
    <dgm:pt modelId="{0F3578B8-CBEE-4914-B7CA-0DF2FBDA9A48}" type="parTrans" cxnId="{9C0D5128-ABF2-4FA0-9FB5-379B811454C7}">
      <dgm:prSet/>
      <dgm:spPr/>
      <dgm:t>
        <a:bodyPr/>
        <a:lstStyle/>
        <a:p>
          <a:endParaRPr lang="en-US"/>
        </a:p>
      </dgm:t>
    </dgm:pt>
    <dgm:pt modelId="{1570FD84-DE20-4D45-A3DB-278A6B897D58}">
      <dgm:prSet phldrT="[Text]" custT="1"/>
      <dgm:spPr/>
      <dgm:t>
        <a:bodyPr lIns="109728" tIns="54864" rIns="109728" bIns="54864"/>
        <a:lstStyle/>
        <a:p>
          <a:r>
            <a:rPr lang="en-US" sz="1200"/>
            <a:t>A PCB that holds the processor, RAM, ROM, network and I/O ports, and other integrated components, such as GPU and NIC</a:t>
          </a:r>
        </a:p>
      </dgm:t>
    </dgm:pt>
    <dgm:pt modelId="{838439EE-3214-41F9-AC38-30FD25FDBCB5}">
      <dgm:prSet phldrT="[Text]" custT="1"/>
      <dgm:spPr>
        <a:solidFill>
          <a:srgbClr val="2C95DD"/>
        </a:solidFill>
      </dgm:spPr>
      <dgm:t>
        <a:bodyPr/>
        <a:lstStyle/>
        <a:p>
          <a:pPr algn="ctr"/>
          <a:r>
            <a:rPr lang="en-US" sz="1500"/>
            <a:t>Motherboard</a:t>
          </a:r>
        </a:p>
      </dgm:t>
    </dgm:pt>
    <dgm:pt modelId="{5D2514EA-A986-4147-AB9D-A386E2D6A16E}" type="sibTrans" cxnId="{95A49458-6A1C-4126-AB6D-01B0BF9D545D}">
      <dgm:prSet/>
      <dgm:spPr/>
      <dgm:t>
        <a:bodyPr/>
        <a:lstStyle/>
        <a:p>
          <a:endParaRPr lang="en-US"/>
        </a:p>
      </dgm:t>
    </dgm:pt>
    <dgm:pt modelId="{350A0F01-3D89-456B-B852-8132A7C9D6B8}" type="parTrans" cxnId="{95A49458-6A1C-4126-AB6D-01B0BF9D545D}">
      <dgm:prSet/>
      <dgm:spPr/>
      <dgm:t>
        <a:bodyPr/>
        <a:lstStyle/>
        <a:p>
          <a:endParaRPr lang="en-US"/>
        </a:p>
      </dgm:t>
    </dgm:pt>
    <dgm:pt modelId="{3253797F-8417-4DC8-96E4-CCBB03A7DFDB}" type="sibTrans" cxnId="{C13B32A0-3B0B-45CB-A0B1-AF577E92E163}">
      <dgm:prSet/>
      <dgm:spPr/>
      <dgm:t>
        <a:bodyPr/>
        <a:lstStyle/>
        <a:p>
          <a:endParaRPr lang="en-US"/>
        </a:p>
      </dgm:t>
    </dgm:pt>
    <dgm:pt modelId="{7DA2F3D6-091B-43A0-9C11-8E9756B41878}" type="parTrans" cxnId="{C13B32A0-3B0B-45CB-A0B1-AF577E92E163}">
      <dgm:prSet/>
      <dgm:spPr/>
      <dgm:t>
        <a:bodyPr/>
        <a:lstStyle/>
        <a:p>
          <a:endParaRPr lang="en-US"/>
        </a:p>
      </dgm:t>
    </dgm:pt>
    <dgm:pt modelId="{F754AC32-DFAE-4B7B-A984-8811DD077048}">
      <dgm:prSet phldrT="[Text]" custT="1"/>
      <dgm:spPr/>
      <dgm:t>
        <a:bodyPr lIns="109728" tIns="54864" rIns="109728" bIns="54864"/>
        <a:lstStyle/>
        <a:p>
          <a:r>
            <a:rPr lang="en-US" sz="1200" dirty="0"/>
            <a:t>A semiconductor memory containing boot, power management, and other device-specific firmware</a:t>
          </a:r>
        </a:p>
      </dgm:t>
    </dgm:pt>
    <dgm:pt modelId="{AC398641-F75B-49B0-AAA0-3FDD29796580}">
      <dgm:prSet phldrT="[Text]" custT="1"/>
      <dgm:spPr>
        <a:solidFill>
          <a:srgbClr val="2C95DD"/>
        </a:solidFill>
      </dgm:spPr>
      <dgm:t>
        <a:bodyPr/>
        <a:lstStyle/>
        <a:p>
          <a:pPr algn="ctr"/>
          <a:r>
            <a:rPr lang="en-US" sz="1500"/>
            <a:t>Read-Only Memory</a:t>
          </a:r>
        </a:p>
      </dgm:t>
    </dgm:pt>
    <dgm:pt modelId="{07D91BC0-2E2A-461D-A121-5A51D4452482}" type="sibTrans" cxnId="{E7F166A4-0568-478E-AB87-2D7540EC0F6D}">
      <dgm:prSet/>
      <dgm:spPr/>
      <dgm:t>
        <a:bodyPr/>
        <a:lstStyle/>
        <a:p>
          <a:endParaRPr lang="en-US"/>
        </a:p>
      </dgm:t>
    </dgm:pt>
    <dgm:pt modelId="{1C207FBA-52A1-4559-8466-99CBB9692A60}" type="parTrans" cxnId="{E7F166A4-0568-478E-AB87-2D7540EC0F6D}">
      <dgm:prSet/>
      <dgm:spPr/>
      <dgm:t>
        <a:bodyPr/>
        <a:lstStyle/>
        <a:p>
          <a:endParaRPr lang="en-US"/>
        </a:p>
      </dgm:t>
    </dgm:pt>
    <dgm:pt modelId="{300ED5A2-22C4-458D-9DBF-C3E1020F7AC0}" type="sibTrans" cxnId="{079F9D88-B995-4A80-9149-74E2C602F0BF}">
      <dgm:prSet/>
      <dgm:spPr/>
      <dgm:t>
        <a:bodyPr/>
        <a:lstStyle/>
        <a:p>
          <a:endParaRPr lang="en-US"/>
        </a:p>
      </dgm:t>
    </dgm:pt>
    <dgm:pt modelId="{AC735B69-BAFE-4B81-8A96-4E3027624B57}" type="parTrans" cxnId="{079F9D88-B995-4A80-9149-74E2C602F0BF}">
      <dgm:prSet/>
      <dgm:spPr/>
      <dgm:t>
        <a:bodyPr/>
        <a:lstStyle/>
        <a:p>
          <a:endParaRPr lang="en-US"/>
        </a:p>
      </dgm:t>
    </dgm:pt>
    <dgm:pt modelId="{C743FFC3-A49F-457E-A1CC-A4D8CB253EDF}">
      <dgm:prSet phldrT="[Text]" custT="1"/>
      <dgm:spPr/>
      <dgm:t>
        <a:bodyPr lIns="109728" tIns="54864" rIns="109728" bIns="54864"/>
        <a:lstStyle/>
        <a:p>
          <a:r>
            <a:rPr lang="en-US" sz="1200" dirty="0"/>
            <a:t>A volatile data storage device containing the programs for execution and the data used by the processor</a:t>
          </a:r>
        </a:p>
      </dgm:t>
    </dgm:pt>
    <dgm:pt modelId="{CAAE5DB7-5AD0-4C3C-941D-80F392827B3F}">
      <dgm:prSet phldrT="[Text]" custT="1"/>
      <dgm:spPr>
        <a:solidFill>
          <a:srgbClr val="2C95DD"/>
        </a:solidFill>
      </dgm:spPr>
      <dgm:t>
        <a:bodyPr/>
        <a:lstStyle/>
        <a:p>
          <a:pPr algn="ctr"/>
          <a:r>
            <a:rPr lang="en-US" sz="1500"/>
            <a:t>Random-Access Memory</a:t>
          </a:r>
        </a:p>
      </dgm:t>
    </dgm:pt>
    <dgm:pt modelId="{930CFCDD-17F1-4EEE-857C-550DD99ABC4B}" type="sibTrans" cxnId="{DD6CF901-000B-4F0D-8469-9CB7712D941A}">
      <dgm:prSet/>
      <dgm:spPr/>
      <dgm:t>
        <a:bodyPr/>
        <a:lstStyle/>
        <a:p>
          <a:endParaRPr lang="en-US"/>
        </a:p>
      </dgm:t>
    </dgm:pt>
    <dgm:pt modelId="{EDFB1E03-1CA6-4920-AF8C-9D77FDFB231A}" type="parTrans" cxnId="{DD6CF901-000B-4F0D-8469-9CB7712D941A}">
      <dgm:prSet/>
      <dgm:spPr/>
      <dgm:t>
        <a:bodyPr/>
        <a:lstStyle/>
        <a:p>
          <a:endParaRPr lang="en-US"/>
        </a:p>
      </dgm:t>
    </dgm:pt>
    <dgm:pt modelId="{EA0306B6-9F98-4FDB-AD0A-60204F7FB0BA}" type="sibTrans" cxnId="{75A21059-086D-43E1-A661-9D2C12984236}">
      <dgm:prSet/>
      <dgm:spPr/>
      <dgm:t>
        <a:bodyPr/>
        <a:lstStyle/>
        <a:p>
          <a:endParaRPr lang="en-US"/>
        </a:p>
      </dgm:t>
    </dgm:pt>
    <dgm:pt modelId="{C1B007B0-5FF2-4D81-869A-A2E40CF26344}" type="parTrans" cxnId="{75A21059-086D-43E1-A661-9D2C12984236}">
      <dgm:prSet/>
      <dgm:spPr/>
      <dgm:t>
        <a:bodyPr/>
        <a:lstStyle/>
        <a:p>
          <a:endParaRPr lang="en-US"/>
        </a:p>
      </dgm:t>
    </dgm:pt>
    <dgm:pt modelId="{D28A0571-94AD-4A8C-8022-8A98D5EA9FC0}">
      <dgm:prSet phldrT="[Text]" custT="1"/>
      <dgm:spPr/>
      <dgm:t>
        <a:bodyPr lIns="109728" tIns="54864" rIns="109728" bIns="54864"/>
        <a:lstStyle/>
        <a:p>
          <a:r>
            <a:rPr lang="en-US" sz="1200"/>
            <a:t>An IC that executes software programs by performing arithmetical, logical, and input/output operations</a:t>
          </a:r>
        </a:p>
      </dgm:t>
    </dgm:pt>
    <dgm:pt modelId="{ED0AF154-C7D4-44B1-8188-AC9B1E78AFFA}" type="sibTrans" cxnId="{CD6A9B65-BBF3-4962-9A12-A1FA8858E054}">
      <dgm:prSet/>
      <dgm:spPr/>
      <dgm:t>
        <a:bodyPr/>
        <a:lstStyle/>
        <a:p>
          <a:endParaRPr lang="en-US"/>
        </a:p>
      </dgm:t>
    </dgm:pt>
    <dgm:pt modelId="{3EF951F3-D35F-457B-81D9-709A140FDCD1}" type="parTrans" cxnId="{CD6A9B65-BBF3-4962-9A12-A1FA8858E054}">
      <dgm:prSet/>
      <dgm:spPr/>
      <dgm:t>
        <a:bodyPr/>
        <a:lstStyle/>
        <a:p>
          <a:endParaRPr lang="en-US"/>
        </a:p>
      </dgm:t>
    </dgm:pt>
    <dgm:pt modelId="{5B1E25DB-39E0-4933-BD74-0510C0D66099}" type="pres">
      <dgm:prSet presAssocID="{A4DFD065-2FBA-4234-BCF8-C925B2817114}" presName="Name0" presStyleCnt="0">
        <dgm:presLayoutVars>
          <dgm:dir/>
          <dgm:animLvl val="lvl"/>
          <dgm:resizeHandles val="exact"/>
        </dgm:presLayoutVars>
      </dgm:prSet>
      <dgm:spPr/>
      <dgm:t>
        <a:bodyPr/>
        <a:lstStyle/>
        <a:p>
          <a:endParaRPr lang="en-US"/>
        </a:p>
      </dgm:t>
    </dgm:pt>
    <dgm:pt modelId="{BCD07672-96E6-4763-A3C8-B049BBD0191B}" type="pres">
      <dgm:prSet presAssocID="{9C7872EB-5D7C-4735-9901-5B74061F9283}" presName="linNode" presStyleCnt="0"/>
      <dgm:spPr/>
    </dgm:pt>
    <dgm:pt modelId="{E1C507B0-CE90-4E03-B4DF-959306DBB7D4}" type="pres">
      <dgm:prSet presAssocID="{9C7872EB-5D7C-4735-9901-5B74061F9283}" presName="parentText" presStyleLbl="node1" presStyleIdx="0" presStyleCnt="5">
        <dgm:presLayoutVars>
          <dgm:chMax val="1"/>
          <dgm:bulletEnabled val="1"/>
        </dgm:presLayoutVars>
      </dgm:prSet>
      <dgm:spPr/>
      <dgm:t>
        <a:bodyPr/>
        <a:lstStyle/>
        <a:p>
          <a:endParaRPr lang="en-US"/>
        </a:p>
      </dgm:t>
    </dgm:pt>
    <dgm:pt modelId="{3B0AC266-B5BD-49ED-992C-2AC7D9193D50}" type="pres">
      <dgm:prSet presAssocID="{9C7872EB-5D7C-4735-9901-5B74061F9283}" presName="descendantText" presStyleLbl="alignAccFollowNode1" presStyleIdx="0" presStyleCnt="5">
        <dgm:presLayoutVars>
          <dgm:bulletEnabled val="1"/>
        </dgm:presLayoutVars>
      </dgm:prSet>
      <dgm:spPr/>
      <dgm:t>
        <a:bodyPr/>
        <a:lstStyle/>
        <a:p>
          <a:endParaRPr lang="en-US"/>
        </a:p>
      </dgm:t>
    </dgm:pt>
    <dgm:pt modelId="{56EB9B2A-DE28-4701-AC59-5E5AD3297FFA}" type="pres">
      <dgm:prSet presAssocID="{ADBBD08F-67ED-4848-BBF9-9053C6957265}" presName="sp" presStyleCnt="0"/>
      <dgm:spPr/>
    </dgm:pt>
    <dgm:pt modelId="{82E8703B-9389-4707-9CD6-8F7B7455816D}" type="pres">
      <dgm:prSet presAssocID="{CAAE5DB7-5AD0-4C3C-941D-80F392827B3F}" presName="linNode" presStyleCnt="0"/>
      <dgm:spPr/>
    </dgm:pt>
    <dgm:pt modelId="{F5F5DCD5-B94E-4374-9972-CB76AD36F8A2}" type="pres">
      <dgm:prSet presAssocID="{CAAE5DB7-5AD0-4C3C-941D-80F392827B3F}" presName="parentText" presStyleLbl="node1" presStyleIdx="1" presStyleCnt="5">
        <dgm:presLayoutVars>
          <dgm:chMax val="1"/>
          <dgm:bulletEnabled val="1"/>
        </dgm:presLayoutVars>
      </dgm:prSet>
      <dgm:spPr/>
      <dgm:t>
        <a:bodyPr/>
        <a:lstStyle/>
        <a:p>
          <a:endParaRPr lang="en-US"/>
        </a:p>
      </dgm:t>
    </dgm:pt>
    <dgm:pt modelId="{227BF414-BF92-4AC7-8B37-F08BED37A5BA}" type="pres">
      <dgm:prSet presAssocID="{CAAE5DB7-5AD0-4C3C-941D-80F392827B3F}" presName="descendantText" presStyleLbl="alignAccFollowNode1" presStyleIdx="1" presStyleCnt="5">
        <dgm:presLayoutVars>
          <dgm:bulletEnabled val="1"/>
        </dgm:presLayoutVars>
      </dgm:prSet>
      <dgm:spPr/>
      <dgm:t>
        <a:bodyPr/>
        <a:lstStyle/>
        <a:p>
          <a:endParaRPr lang="en-US"/>
        </a:p>
      </dgm:t>
    </dgm:pt>
    <dgm:pt modelId="{D728C519-5F74-4EE9-A664-FAA27C5B3C95}" type="pres">
      <dgm:prSet presAssocID="{930CFCDD-17F1-4EEE-857C-550DD99ABC4B}" presName="sp" presStyleCnt="0"/>
      <dgm:spPr/>
    </dgm:pt>
    <dgm:pt modelId="{CB0A9CEC-4970-4E9A-8D2C-D5476F2E81BE}" type="pres">
      <dgm:prSet presAssocID="{AC398641-F75B-49B0-AAA0-3FDD29796580}" presName="linNode" presStyleCnt="0"/>
      <dgm:spPr/>
    </dgm:pt>
    <dgm:pt modelId="{E8197B1A-9EDC-44B3-B9A6-A286E453E106}" type="pres">
      <dgm:prSet presAssocID="{AC398641-F75B-49B0-AAA0-3FDD29796580}" presName="parentText" presStyleLbl="node1" presStyleIdx="2" presStyleCnt="5">
        <dgm:presLayoutVars>
          <dgm:chMax val="1"/>
          <dgm:bulletEnabled val="1"/>
        </dgm:presLayoutVars>
      </dgm:prSet>
      <dgm:spPr/>
      <dgm:t>
        <a:bodyPr/>
        <a:lstStyle/>
        <a:p>
          <a:endParaRPr lang="en-US"/>
        </a:p>
      </dgm:t>
    </dgm:pt>
    <dgm:pt modelId="{17FDFF8D-5754-40A6-90C0-1FF65591B9FB}" type="pres">
      <dgm:prSet presAssocID="{AC398641-F75B-49B0-AAA0-3FDD29796580}" presName="descendantText" presStyleLbl="alignAccFollowNode1" presStyleIdx="2" presStyleCnt="5">
        <dgm:presLayoutVars>
          <dgm:bulletEnabled val="1"/>
        </dgm:presLayoutVars>
      </dgm:prSet>
      <dgm:spPr/>
      <dgm:t>
        <a:bodyPr/>
        <a:lstStyle/>
        <a:p>
          <a:endParaRPr lang="en-US"/>
        </a:p>
      </dgm:t>
    </dgm:pt>
    <dgm:pt modelId="{B445CC07-F0B6-49C0-8116-9323DF1CFDC9}" type="pres">
      <dgm:prSet presAssocID="{07D91BC0-2E2A-461D-A121-5A51D4452482}" presName="sp" presStyleCnt="0"/>
      <dgm:spPr/>
    </dgm:pt>
    <dgm:pt modelId="{17D0205F-3ACB-4715-9A8B-A9A596954293}" type="pres">
      <dgm:prSet presAssocID="{838439EE-3214-41F9-AC38-30FD25FDBCB5}" presName="linNode" presStyleCnt="0"/>
      <dgm:spPr/>
    </dgm:pt>
    <dgm:pt modelId="{6B00BC4D-46E6-49C4-8822-FDB71BC59661}" type="pres">
      <dgm:prSet presAssocID="{838439EE-3214-41F9-AC38-30FD25FDBCB5}" presName="parentText" presStyleLbl="node1" presStyleIdx="3" presStyleCnt="5">
        <dgm:presLayoutVars>
          <dgm:chMax val="1"/>
          <dgm:bulletEnabled val="1"/>
        </dgm:presLayoutVars>
      </dgm:prSet>
      <dgm:spPr/>
      <dgm:t>
        <a:bodyPr/>
        <a:lstStyle/>
        <a:p>
          <a:endParaRPr lang="en-US"/>
        </a:p>
      </dgm:t>
    </dgm:pt>
    <dgm:pt modelId="{89459BF7-18C8-4DF4-A462-781838CCED8C}" type="pres">
      <dgm:prSet presAssocID="{838439EE-3214-41F9-AC38-30FD25FDBCB5}" presName="descendantText" presStyleLbl="alignAccFollowNode1" presStyleIdx="3" presStyleCnt="5">
        <dgm:presLayoutVars>
          <dgm:bulletEnabled val="1"/>
        </dgm:presLayoutVars>
      </dgm:prSet>
      <dgm:spPr/>
      <dgm:t>
        <a:bodyPr/>
        <a:lstStyle/>
        <a:p>
          <a:endParaRPr lang="en-US"/>
        </a:p>
      </dgm:t>
    </dgm:pt>
    <dgm:pt modelId="{75587407-9EDC-4F0C-833C-080A51F5A829}" type="pres">
      <dgm:prSet presAssocID="{5D2514EA-A986-4147-AB9D-A386E2D6A16E}" presName="sp" presStyleCnt="0"/>
      <dgm:spPr/>
    </dgm:pt>
    <dgm:pt modelId="{0A344D42-D2F9-4F13-B88B-42EFFAD61B84}" type="pres">
      <dgm:prSet presAssocID="{D782658F-0438-46F8-8F2E-EB28256E83A6}" presName="linNode" presStyleCnt="0"/>
      <dgm:spPr/>
    </dgm:pt>
    <dgm:pt modelId="{909C622C-0410-4CE6-B55D-4FFDDA72CD14}" type="pres">
      <dgm:prSet presAssocID="{D782658F-0438-46F8-8F2E-EB28256E83A6}" presName="parentText" presStyleLbl="node1" presStyleIdx="4" presStyleCnt="5">
        <dgm:presLayoutVars>
          <dgm:chMax val="1"/>
          <dgm:bulletEnabled val="1"/>
        </dgm:presLayoutVars>
      </dgm:prSet>
      <dgm:spPr/>
      <dgm:t>
        <a:bodyPr/>
        <a:lstStyle/>
        <a:p>
          <a:endParaRPr lang="en-US"/>
        </a:p>
      </dgm:t>
    </dgm:pt>
    <dgm:pt modelId="{608FF975-C0BC-4776-BD9D-61C9CE0D1780}" type="pres">
      <dgm:prSet presAssocID="{D782658F-0438-46F8-8F2E-EB28256E83A6}" presName="descendantText" presStyleLbl="alignAccFollowNode1" presStyleIdx="4" presStyleCnt="5">
        <dgm:presLayoutVars>
          <dgm:bulletEnabled val="1"/>
        </dgm:presLayoutVars>
      </dgm:prSet>
      <dgm:spPr/>
      <dgm:t>
        <a:bodyPr/>
        <a:lstStyle/>
        <a:p>
          <a:endParaRPr lang="en-US"/>
        </a:p>
      </dgm:t>
    </dgm:pt>
  </dgm:ptLst>
  <dgm:cxnLst>
    <dgm:cxn modelId="{DD6CF901-000B-4F0D-8469-9CB7712D941A}" srcId="{A4DFD065-2FBA-4234-BCF8-C925B2817114}" destId="{CAAE5DB7-5AD0-4C3C-941D-80F392827B3F}" srcOrd="1" destOrd="0" parTransId="{EDFB1E03-1CA6-4920-AF8C-9D77FDFB231A}" sibTransId="{930CFCDD-17F1-4EEE-857C-550DD99ABC4B}"/>
    <dgm:cxn modelId="{C13B32A0-3B0B-45CB-A0B1-AF577E92E163}" srcId="{838439EE-3214-41F9-AC38-30FD25FDBCB5}" destId="{1570FD84-DE20-4D45-A3DB-278A6B897D58}" srcOrd="0" destOrd="0" parTransId="{7DA2F3D6-091B-43A0-9C11-8E9756B41878}" sibTransId="{3253797F-8417-4DC8-96E4-CCBB03A7DFDB}"/>
    <dgm:cxn modelId="{AE24B1B6-7CCD-4908-AB28-971C779E929A}" srcId="{A4DFD065-2FBA-4234-BCF8-C925B2817114}" destId="{D782658F-0438-46F8-8F2E-EB28256E83A6}" srcOrd="4" destOrd="0" parTransId="{6B773971-3D6B-4D0C-8AFB-C552201AAA9D}" sibTransId="{57B83FDD-FC6D-4E8D-A8DE-7D5AE3894E27}"/>
    <dgm:cxn modelId="{DBD7F337-BDDA-4FE3-A4F7-975CFA395963}" type="presOf" srcId="{838439EE-3214-41F9-AC38-30FD25FDBCB5}" destId="{6B00BC4D-46E6-49C4-8822-FDB71BC59661}" srcOrd="0" destOrd="0" presId="urn:microsoft.com/office/officeart/2005/8/layout/vList5"/>
    <dgm:cxn modelId="{9C0D5128-ABF2-4FA0-9FB5-379B811454C7}" srcId="{D782658F-0438-46F8-8F2E-EB28256E83A6}" destId="{E1D80027-EC72-4C00-8C15-84D13A3D2A20}" srcOrd="0" destOrd="0" parTransId="{0F3578B8-CBEE-4914-B7CA-0DF2FBDA9A48}" sibTransId="{BCFACEF5-F738-4A0A-80FA-B61238A52FF4}"/>
    <dgm:cxn modelId="{F3E12819-DFDD-4E41-8672-0FB9C51129EC}" srcId="{A4DFD065-2FBA-4234-BCF8-C925B2817114}" destId="{9C7872EB-5D7C-4735-9901-5B74061F9283}" srcOrd="0" destOrd="0" parTransId="{36B15B97-CAD3-4E39-B95A-3CF0985499F7}" sibTransId="{ADBBD08F-67ED-4848-BBF9-9053C6957265}"/>
    <dgm:cxn modelId="{D1BACF5F-EA27-48B5-A77E-93BEA9DC1D10}" type="presOf" srcId="{E1D80027-EC72-4C00-8C15-84D13A3D2A20}" destId="{608FF975-C0BC-4776-BD9D-61C9CE0D1780}" srcOrd="0" destOrd="0" presId="urn:microsoft.com/office/officeart/2005/8/layout/vList5"/>
    <dgm:cxn modelId="{9072C679-33B6-4FC6-B52D-C433A42E9C33}" type="presOf" srcId="{D28A0571-94AD-4A8C-8022-8A98D5EA9FC0}" destId="{3B0AC266-B5BD-49ED-992C-2AC7D9193D50}" srcOrd="0" destOrd="0" presId="urn:microsoft.com/office/officeart/2005/8/layout/vList5"/>
    <dgm:cxn modelId="{22FAF6BE-BD55-4C9F-8969-B9B3238D5C6C}" type="presOf" srcId="{9C7872EB-5D7C-4735-9901-5B74061F9283}" destId="{E1C507B0-CE90-4E03-B4DF-959306DBB7D4}" srcOrd="0" destOrd="0" presId="urn:microsoft.com/office/officeart/2005/8/layout/vList5"/>
    <dgm:cxn modelId="{75A21059-086D-43E1-A661-9D2C12984236}" srcId="{CAAE5DB7-5AD0-4C3C-941D-80F392827B3F}" destId="{C743FFC3-A49F-457E-A1CC-A4D8CB253EDF}" srcOrd="0" destOrd="0" parTransId="{C1B007B0-5FF2-4D81-869A-A2E40CF26344}" sibTransId="{EA0306B6-9F98-4FDB-AD0A-60204F7FB0BA}"/>
    <dgm:cxn modelId="{C6521ACB-0C62-4723-B7D7-1C1CC218016E}" type="presOf" srcId="{1570FD84-DE20-4D45-A3DB-278A6B897D58}" destId="{89459BF7-18C8-4DF4-A462-781838CCED8C}" srcOrd="0" destOrd="0" presId="urn:microsoft.com/office/officeart/2005/8/layout/vList5"/>
    <dgm:cxn modelId="{0FEED571-8C93-4DEA-9C15-6F4A66639708}" type="presOf" srcId="{CAAE5DB7-5AD0-4C3C-941D-80F392827B3F}" destId="{F5F5DCD5-B94E-4374-9972-CB76AD36F8A2}" srcOrd="0" destOrd="0" presId="urn:microsoft.com/office/officeart/2005/8/layout/vList5"/>
    <dgm:cxn modelId="{7BC3DCC0-20C9-4A20-9924-80C8B2ACC2B3}" type="presOf" srcId="{A4DFD065-2FBA-4234-BCF8-C925B2817114}" destId="{5B1E25DB-39E0-4933-BD74-0510C0D66099}" srcOrd="0" destOrd="0" presId="urn:microsoft.com/office/officeart/2005/8/layout/vList5"/>
    <dgm:cxn modelId="{DF92B26A-648C-46EA-B18F-CF73637EC195}" type="presOf" srcId="{D782658F-0438-46F8-8F2E-EB28256E83A6}" destId="{909C622C-0410-4CE6-B55D-4FFDDA72CD14}" srcOrd="0" destOrd="0" presId="urn:microsoft.com/office/officeart/2005/8/layout/vList5"/>
    <dgm:cxn modelId="{079F9D88-B995-4A80-9149-74E2C602F0BF}" srcId="{AC398641-F75B-49B0-AAA0-3FDD29796580}" destId="{F754AC32-DFAE-4B7B-A984-8811DD077048}" srcOrd="0" destOrd="0" parTransId="{AC735B69-BAFE-4B81-8A96-4E3027624B57}" sibTransId="{300ED5A2-22C4-458D-9DBF-C3E1020F7AC0}"/>
    <dgm:cxn modelId="{95A49458-6A1C-4126-AB6D-01B0BF9D545D}" srcId="{A4DFD065-2FBA-4234-BCF8-C925B2817114}" destId="{838439EE-3214-41F9-AC38-30FD25FDBCB5}" srcOrd="3" destOrd="0" parTransId="{350A0F01-3D89-456B-B852-8132A7C9D6B8}" sibTransId="{5D2514EA-A986-4147-AB9D-A386E2D6A16E}"/>
    <dgm:cxn modelId="{41A51DBC-6BEA-4360-8E27-F43355719209}" type="presOf" srcId="{AC398641-F75B-49B0-AAA0-3FDD29796580}" destId="{E8197B1A-9EDC-44B3-B9A6-A286E453E106}" srcOrd="0" destOrd="0" presId="urn:microsoft.com/office/officeart/2005/8/layout/vList5"/>
    <dgm:cxn modelId="{E7F166A4-0568-478E-AB87-2D7540EC0F6D}" srcId="{A4DFD065-2FBA-4234-BCF8-C925B2817114}" destId="{AC398641-F75B-49B0-AAA0-3FDD29796580}" srcOrd="2" destOrd="0" parTransId="{1C207FBA-52A1-4559-8466-99CBB9692A60}" sibTransId="{07D91BC0-2E2A-461D-A121-5A51D4452482}"/>
    <dgm:cxn modelId="{C416CE3A-C4A6-4839-BC90-ABCE9FAB55DD}" type="presOf" srcId="{C743FFC3-A49F-457E-A1CC-A4D8CB253EDF}" destId="{227BF414-BF92-4AC7-8B37-F08BED37A5BA}" srcOrd="0" destOrd="0" presId="urn:microsoft.com/office/officeart/2005/8/layout/vList5"/>
    <dgm:cxn modelId="{CD6A9B65-BBF3-4962-9A12-A1FA8858E054}" srcId="{9C7872EB-5D7C-4735-9901-5B74061F9283}" destId="{D28A0571-94AD-4A8C-8022-8A98D5EA9FC0}" srcOrd="0" destOrd="0" parTransId="{3EF951F3-D35F-457B-81D9-709A140FDCD1}" sibTransId="{ED0AF154-C7D4-44B1-8188-AC9B1E78AFFA}"/>
    <dgm:cxn modelId="{163801A8-2466-456F-946C-7632495FDFDC}" type="presOf" srcId="{F754AC32-DFAE-4B7B-A984-8811DD077048}" destId="{17FDFF8D-5754-40A6-90C0-1FF65591B9FB}" srcOrd="0" destOrd="0" presId="urn:microsoft.com/office/officeart/2005/8/layout/vList5"/>
    <dgm:cxn modelId="{C76AFE2A-D574-4587-AC48-616A8890D883}" type="presParOf" srcId="{5B1E25DB-39E0-4933-BD74-0510C0D66099}" destId="{BCD07672-96E6-4763-A3C8-B049BBD0191B}" srcOrd="0" destOrd="0" presId="urn:microsoft.com/office/officeart/2005/8/layout/vList5"/>
    <dgm:cxn modelId="{D349243B-7546-421F-8E75-45F73BC07975}" type="presParOf" srcId="{BCD07672-96E6-4763-A3C8-B049BBD0191B}" destId="{E1C507B0-CE90-4E03-B4DF-959306DBB7D4}" srcOrd="0" destOrd="0" presId="urn:microsoft.com/office/officeart/2005/8/layout/vList5"/>
    <dgm:cxn modelId="{2806E84D-780D-4294-BBD0-84613AFF50E0}" type="presParOf" srcId="{BCD07672-96E6-4763-A3C8-B049BBD0191B}" destId="{3B0AC266-B5BD-49ED-992C-2AC7D9193D50}" srcOrd="1" destOrd="0" presId="urn:microsoft.com/office/officeart/2005/8/layout/vList5"/>
    <dgm:cxn modelId="{4BEE57C5-F9F6-429D-94F6-8958AC3E562B}" type="presParOf" srcId="{5B1E25DB-39E0-4933-BD74-0510C0D66099}" destId="{56EB9B2A-DE28-4701-AC59-5E5AD3297FFA}" srcOrd="1" destOrd="0" presId="urn:microsoft.com/office/officeart/2005/8/layout/vList5"/>
    <dgm:cxn modelId="{2895CA3F-DD65-4BB0-A59C-319250443782}" type="presParOf" srcId="{5B1E25DB-39E0-4933-BD74-0510C0D66099}" destId="{82E8703B-9389-4707-9CD6-8F7B7455816D}" srcOrd="2" destOrd="0" presId="urn:microsoft.com/office/officeart/2005/8/layout/vList5"/>
    <dgm:cxn modelId="{0891874B-BC44-4288-95CF-BE8C8E96C12E}" type="presParOf" srcId="{82E8703B-9389-4707-9CD6-8F7B7455816D}" destId="{F5F5DCD5-B94E-4374-9972-CB76AD36F8A2}" srcOrd="0" destOrd="0" presId="urn:microsoft.com/office/officeart/2005/8/layout/vList5"/>
    <dgm:cxn modelId="{309F08BD-E045-42CB-AFDE-E092405C5EC3}" type="presParOf" srcId="{82E8703B-9389-4707-9CD6-8F7B7455816D}" destId="{227BF414-BF92-4AC7-8B37-F08BED37A5BA}" srcOrd="1" destOrd="0" presId="urn:microsoft.com/office/officeart/2005/8/layout/vList5"/>
    <dgm:cxn modelId="{5AD8432F-6080-4C96-AD9C-0118D6E2B38F}" type="presParOf" srcId="{5B1E25DB-39E0-4933-BD74-0510C0D66099}" destId="{D728C519-5F74-4EE9-A664-FAA27C5B3C95}" srcOrd="3" destOrd="0" presId="urn:microsoft.com/office/officeart/2005/8/layout/vList5"/>
    <dgm:cxn modelId="{18AAD1AB-4D76-4312-AF1E-2C6EF6B90492}" type="presParOf" srcId="{5B1E25DB-39E0-4933-BD74-0510C0D66099}" destId="{CB0A9CEC-4970-4E9A-8D2C-D5476F2E81BE}" srcOrd="4" destOrd="0" presId="urn:microsoft.com/office/officeart/2005/8/layout/vList5"/>
    <dgm:cxn modelId="{64CB81D4-5A56-4DDA-B314-B4CC0064D2BB}" type="presParOf" srcId="{CB0A9CEC-4970-4E9A-8D2C-D5476F2E81BE}" destId="{E8197B1A-9EDC-44B3-B9A6-A286E453E106}" srcOrd="0" destOrd="0" presId="urn:microsoft.com/office/officeart/2005/8/layout/vList5"/>
    <dgm:cxn modelId="{36DC50A8-8037-4FA5-BFF1-F3602E238A9D}" type="presParOf" srcId="{CB0A9CEC-4970-4E9A-8D2C-D5476F2E81BE}" destId="{17FDFF8D-5754-40A6-90C0-1FF65591B9FB}" srcOrd="1" destOrd="0" presId="urn:microsoft.com/office/officeart/2005/8/layout/vList5"/>
    <dgm:cxn modelId="{5FE9C5C3-5876-4BFA-95D8-CB7521E21F97}" type="presParOf" srcId="{5B1E25DB-39E0-4933-BD74-0510C0D66099}" destId="{B445CC07-F0B6-49C0-8116-9323DF1CFDC9}" srcOrd="5" destOrd="0" presId="urn:microsoft.com/office/officeart/2005/8/layout/vList5"/>
    <dgm:cxn modelId="{E5456BC5-FE68-43DE-A495-823FC460CBA7}" type="presParOf" srcId="{5B1E25DB-39E0-4933-BD74-0510C0D66099}" destId="{17D0205F-3ACB-4715-9A8B-A9A596954293}" srcOrd="6" destOrd="0" presId="urn:microsoft.com/office/officeart/2005/8/layout/vList5"/>
    <dgm:cxn modelId="{AA8A0826-F40F-4BEF-A1AB-9521317A287A}" type="presParOf" srcId="{17D0205F-3ACB-4715-9A8B-A9A596954293}" destId="{6B00BC4D-46E6-49C4-8822-FDB71BC59661}" srcOrd="0" destOrd="0" presId="urn:microsoft.com/office/officeart/2005/8/layout/vList5"/>
    <dgm:cxn modelId="{643B2E1A-B1D8-4FE3-9786-DE6FBDB0F67E}" type="presParOf" srcId="{17D0205F-3ACB-4715-9A8B-A9A596954293}" destId="{89459BF7-18C8-4DF4-A462-781838CCED8C}" srcOrd="1" destOrd="0" presId="urn:microsoft.com/office/officeart/2005/8/layout/vList5"/>
    <dgm:cxn modelId="{BF7875E2-B717-4168-AADF-358EE25E53B1}" type="presParOf" srcId="{5B1E25DB-39E0-4933-BD74-0510C0D66099}" destId="{75587407-9EDC-4F0C-833C-080A51F5A829}" srcOrd="7" destOrd="0" presId="urn:microsoft.com/office/officeart/2005/8/layout/vList5"/>
    <dgm:cxn modelId="{52CE9D20-9B4B-4578-9BAB-EEE569FF2C08}" type="presParOf" srcId="{5B1E25DB-39E0-4933-BD74-0510C0D66099}" destId="{0A344D42-D2F9-4F13-B88B-42EFFAD61B84}" srcOrd="8" destOrd="0" presId="urn:microsoft.com/office/officeart/2005/8/layout/vList5"/>
    <dgm:cxn modelId="{242E2971-5B4E-459D-8F47-FB10548FB747}" type="presParOf" srcId="{0A344D42-D2F9-4F13-B88B-42EFFAD61B84}" destId="{909C622C-0410-4CE6-B55D-4FFDDA72CD14}" srcOrd="0" destOrd="0" presId="urn:microsoft.com/office/officeart/2005/8/layout/vList5"/>
    <dgm:cxn modelId="{6FE2B3E6-2D23-4851-8545-4CDA729F4664}" type="presParOf" srcId="{0A344D42-D2F9-4F13-B88B-42EFFAD61B84}" destId="{608FF975-C0BC-4776-BD9D-61C9CE0D1780}" srcOrd="1" destOrd="0" presId="urn:microsoft.com/office/officeart/2005/8/layout/vList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4DFD065-2FBA-4234-BCF8-C925B2817114}"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9C7872EB-5D7C-4735-9901-5B74061F9283}">
      <dgm:prSet phldrT="[Text]"/>
      <dgm:spPr>
        <a:solidFill>
          <a:srgbClr val="2C95DD"/>
        </a:solidFill>
      </dgm:spPr>
      <dgm:t>
        <a:bodyPr/>
        <a:lstStyle/>
        <a:p>
          <a:pPr algn="ctr"/>
          <a:r>
            <a:rPr lang="en-US"/>
            <a:t>Self-service portal</a:t>
          </a:r>
        </a:p>
      </dgm:t>
    </dgm:pt>
    <dgm:pt modelId="{36B15B97-CAD3-4E39-B95A-3CF0985499F7}" type="parTrans" cxnId="{F3E12819-DFDD-4E41-8672-0FB9C51129EC}">
      <dgm:prSet/>
      <dgm:spPr/>
      <dgm:t>
        <a:bodyPr/>
        <a:lstStyle/>
        <a:p>
          <a:endParaRPr lang="en-US"/>
        </a:p>
      </dgm:t>
    </dgm:pt>
    <dgm:pt modelId="{ADBBD08F-67ED-4848-BBF9-9053C6957265}" type="sibTrans" cxnId="{F3E12819-DFDD-4E41-8672-0FB9C51129EC}">
      <dgm:prSet/>
      <dgm:spPr/>
      <dgm:t>
        <a:bodyPr/>
        <a:lstStyle/>
        <a:p>
          <a:endParaRPr lang="en-US"/>
        </a:p>
      </dgm:t>
    </dgm:pt>
    <dgm:pt modelId="{D28A0571-94AD-4A8C-8022-8A98D5EA9FC0}">
      <dgm:prSet phldrT="[Text]" custT="1"/>
      <dgm:spPr/>
      <dgm:t>
        <a:bodyPr lIns="109728" tIns="54864" rIns="109728" bIns="54864"/>
        <a:lstStyle/>
        <a:p>
          <a:r>
            <a:rPr lang="en-US" sz="1200"/>
            <a:t>Enables consumers to view and request cloud services</a:t>
          </a:r>
        </a:p>
      </dgm:t>
    </dgm:pt>
    <dgm:pt modelId="{3EF951F3-D35F-457B-81D9-709A140FDCD1}" type="parTrans" cxnId="{CD6A9B65-BBF3-4962-9A12-A1FA8858E054}">
      <dgm:prSet/>
      <dgm:spPr/>
      <dgm:t>
        <a:bodyPr/>
        <a:lstStyle/>
        <a:p>
          <a:endParaRPr lang="en-US"/>
        </a:p>
      </dgm:t>
    </dgm:pt>
    <dgm:pt modelId="{ED0AF154-C7D4-44B1-8188-AC9B1E78AFFA}" type="sibTrans" cxnId="{CD6A9B65-BBF3-4962-9A12-A1FA8858E054}">
      <dgm:prSet/>
      <dgm:spPr/>
      <dgm:t>
        <a:bodyPr/>
        <a:lstStyle/>
        <a:p>
          <a:endParaRPr lang="en-US"/>
        </a:p>
      </dgm:t>
    </dgm:pt>
    <dgm:pt modelId="{CAAE5DB7-5AD0-4C3C-941D-80F392827B3F}">
      <dgm:prSet phldrT="[Text]"/>
      <dgm:spPr>
        <a:solidFill>
          <a:srgbClr val="2C95DD"/>
        </a:solidFill>
      </dgm:spPr>
      <dgm:t>
        <a:bodyPr/>
        <a:lstStyle/>
        <a:p>
          <a:pPr algn="ctr"/>
          <a:r>
            <a:rPr lang="en-US"/>
            <a:t>Platform software</a:t>
          </a:r>
        </a:p>
      </dgm:t>
    </dgm:pt>
    <dgm:pt modelId="{EDFB1E03-1CA6-4920-AF8C-9D77FDFB231A}" type="parTrans" cxnId="{DD6CF901-000B-4F0D-8469-9CB7712D941A}">
      <dgm:prSet/>
      <dgm:spPr/>
      <dgm:t>
        <a:bodyPr/>
        <a:lstStyle/>
        <a:p>
          <a:endParaRPr lang="en-US"/>
        </a:p>
      </dgm:t>
    </dgm:pt>
    <dgm:pt modelId="{930CFCDD-17F1-4EEE-857C-550DD99ABC4B}" type="sibTrans" cxnId="{DD6CF901-000B-4F0D-8469-9CB7712D941A}">
      <dgm:prSet/>
      <dgm:spPr/>
      <dgm:t>
        <a:bodyPr/>
        <a:lstStyle/>
        <a:p>
          <a:endParaRPr lang="en-US"/>
        </a:p>
      </dgm:t>
    </dgm:pt>
    <dgm:pt modelId="{C743FFC3-A49F-457E-A1CC-A4D8CB253EDF}">
      <dgm:prSet phldrT="[Text]" custT="1"/>
      <dgm:spPr/>
      <dgm:t>
        <a:bodyPr lIns="109728" tIns="54864" rIns="109728" bIns="54864"/>
        <a:lstStyle/>
        <a:p>
          <a:r>
            <a:rPr lang="en-US" sz="1200"/>
            <a:t>Includes the software that the provider offers through PaaS</a:t>
          </a:r>
        </a:p>
      </dgm:t>
    </dgm:pt>
    <dgm:pt modelId="{C1B007B0-5FF2-4D81-869A-A2E40CF26344}" type="parTrans" cxnId="{75A21059-086D-43E1-A661-9D2C12984236}">
      <dgm:prSet/>
      <dgm:spPr/>
      <dgm:t>
        <a:bodyPr/>
        <a:lstStyle/>
        <a:p>
          <a:endParaRPr lang="en-US"/>
        </a:p>
      </dgm:t>
    </dgm:pt>
    <dgm:pt modelId="{EA0306B6-9F98-4FDB-AD0A-60204F7FB0BA}" type="sibTrans" cxnId="{75A21059-086D-43E1-A661-9D2C12984236}">
      <dgm:prSet/>
      <dgm:spPr/>
      <dgm:t>
        <a:bodyPr/>
        <a:lstStyle/>
        <a:p>
          <a:endParaRPr lang="en-US"/>
        </a:p>
      </dgm:t>
    </dgm:pt>
    <dgm:pt modelId="{AC398641-F75B-49B0-AAA0-3FDD29796580}">
      <dgm:prSet phldrT="[Text]"/>
      <dgm:spPr>
        <a:solidFill>
          <a:srgbClr val="2C95DD"/>
        </a:solidFill>
      </dgm:spPr>
      <dgm:t>
        <a:bodyPr/>
        <a:lstStyle/>
        <a:p>
          <a:pPr algn="ctr"/>
          <a:r>
            <a:rPr lang="en-US"/>
            <a:t>Application software</a:t>
          </a:r>
        </a:p>
      </dgm:t>
    </dgm:pt>
    <dgm:pt modelId="{1C207FBA-52A1-4559-8466-99CBB9692A60}" type="parTrans" cxnId="{E7F166A4-0568-478E-AB87-2D7540EC0F6D}">
      <dgm:prSet/>
      <dgm:spPr/>
      <dgm:t>
        <a:bodyPr/>
        <a:lstStyle/>
        <a:p>
          <a:endParaRPr lang="en-US"/>
        </a:p>
      </dgm:t>
    </dgm:pt>
    <dgm:pt modelId="{07D91BC0-2E2A-461D-A121-5A51D4452482}" type="sibTrans" cxnId="{E7F166A4-0568-478E-AB87-2D7540EC0F6D}">
      <dgm:prSet/>
      <dgm:spPr/>
      <dgm:t>
        <a:bodyPr/>
        <a:lstStyle/>
        <a:p>
          <a:endParaRPr lang="en-US"/>
        </a:p>
      </dgm:t>
    </dgm:pt>
    <dgm:pt modelId="{F754AC32-DFAE-4B7B-A984-8811DD077048}">
      <dgm:prSet phldrT="[Text]" custT="1"/>
      <dgm:spPr/>
      <dgm:t>
        <a:bodyPr lIns="109728" tIns="54864" rIns="109728" bIns="54864"/>
        <a:lstStyle/>
        <a:p>
          <a:r>
            <a:rPr lang="en-US" sz="1200"/>
            <a:t>Includes the applications that the provider offers through SaaS</a:t>
          </a:r>
        </a:p>
      </dgm:t>
    </dgm:pt>
    <dgm:pt modelId="{AC735B69-BAFE-4B81-8A96-4E3027624B57}" type="parTrans" cxnId="{079F9D88-B995-4A80-9149-74E2C602F0BF}">
      <dgm:prSet/>
      <dgm:spPr/>
      <dgm:t>
        <a:bodyPr/>
        <a:lstStyle/>
        <a:p>
          <a:endParaRPr lang="en-US"/>
        </a:p>
      </dgm:t>
    </dgm:pt>
    <dgm:pt modelId="{300ED5A2-22C4-458D-9DBF-C3E1020F7AC0}" type="sibTrans" cxnId="{079F9D88-B995-4A80-9149-74E2C602F0BF}">
      <dgm:prSet/>
      <dgm:spPr/>
      <dgm:t>
        <a:bodyPr/>
        <a:lstStyle/>
        <a:p>
          <a:endParaRPr lang="en-US"/>
        </a:p>
      </dgm:t>
    </dgm:pt>
    <dgm:pt modelId="{838439EE-3214-41F9-AC38-30FD25FDBCB5}">
      <dgm:prSet phldrT="[Text]"/>
      <dgm:spPr>
        <a:solidFill>
          <a:srgbClr val="2C95DD"/>
        </a:solidFill>
      </dgm:spPr>
      <dgm:t>
        <a:bodyPr/>
        <a:lstStyle/>
        <a:p>
          <a:pPr algn="ctr"/>
          <a:r>
            <a:rPr lang="en-US"/>
            <a:t>Virtualization software</a:t>
          </a:r>
        </a:p>
      </dgm:t>
    </dgm:pt>
    <dgm:pt modelId="{350A0F01-3D89-456B-B852-8132A7C9D6B8}" type="parTrans" cxnId="{95A49458-6A1C-4126-AB6D-01B0BF9D545D}">
      <dgm:prSet/>
      <dgm:spPr/>
      <dgm:t>
        <a:bodyPr/>
        <a:lstStyle/>
        <a:p>
          <a:endParaRPr lang="en-US"/>
        </a:p>
      </dgm:t>
    </dgm:pt>
    <dgm:pt modelId="{5D2514EA-A986-4147-AB9D-A386E2D6A16E}" type="sibTrans" cxnId="{95A49458-6A1C-4126-AB6D-01B0BF9D545D}">
      <dgm:prSet/>
      <dgm:spPr/>
      <dgm:t>
        <a:bodyPr/>
        <a:lstStyle/>
        <a:p>
          <a:endParaRPr lang="en-US"/>
        </a:p>
      </dgm:t>
    </dgm:pt>
    <dgm:pt modelId="{1570FD84-DE20-4D45-A3DB-278A6B897D58}">
      <dgm:prSet phldrT="[Text]" custT="1"/>
      <dgm:spPr/>
      <dgm:t>
        <a:bodyPr lIns="109728" tIns="54864" rIns="109728" bIns="54864"/>
        <a:lstStyle/>
        <a:p>
          <a:r>
            <a:rPr lang="en-US" sz="1200"/>
            <a:t>Enables resource pooling and creation of virtual resources</a:t>
          </a:r>
        </a:p>
      </dgm:t>
    </dgm:pt>
    <dgm:pt modelId="{7DA2F3D6-091B-43A0-9C11-8E9756B41878}" type="parTrans" cxnId="{C13B32A0-3B0B-45CB-A0B1-AF577E92E163}">
      <dgm:prSet/>
      <dgm:spPr/>
      <dgm:t>
        <a:bodyPr/>
        <a:lstStyle/>
        <a:p>
          <a:endParaRPr lang="en-US"/>
        </a:p>
      </dgm:t>
    </dgm:pt>
    <dgm:pt modelId="{3253797F-8417-4DC8-96E4-CCBB03A7DFDB}" type="sibTrans" cxnId="{C13B32A0-3B0B-45CB-A0B1-AF577E92E163}">
      <dgm:prSet/>
      <dgm:spPr/>
      <dgm:t>
        <a:bodyPr/>
        <a:lstStyle/>
        <a:p>
          <a:endParaRPr lang="en-US"/>
        </a:p>
      </dgm:t>
    </dgm:pt>
    <dgm:pt modelId="{D782658F-0438-46F8-8F2E-EB28256E83A6}">
      <dgm:prSet phldrT="[Text]"/>
      <dgm:spPr>
        <a:solidFill>
          <a:srgbClr val="2C95DD"/>
        </a:solidFill>
      </dgm:spPr>
      <dgm:t>
        <a:bodyPr/>
        <a:lstStyle/>
        <a:p>
          <a:pPr algn="ctr"/>
          <a:r>
            <a:rPr lang="en-US"/>
            <a:t>Cloud management software</a:t>
          </a:r>
        </a:p>
      </dgm:t>
    </dgm:pt>
    <dgm:pt modelId="{6B773971-3D6B-4D0C-8AFB-C552201AAA9D}" type="parTrans" cxnId="{AE24B1B6-7CCD-4908-AB28-971C779E929A}">
      <dgm:prSet/>
      <dgm:spPr/>
      <dgm:t>
        <a:bodyPr/>
        <a:lstStyle/>
        <a:p>
          <a:endParaRPr lang="en-US"/>
        </a:p>
      </dgm:t>
    </dgm:pt>
    <dgm:pt modelId="{57B83FDD-FC6D-4E8D-A8DE-7D5AE3894E27}" type="sibTrans" cxnId="{AE24B1B6-7CCD-4908-AB28-971C779E929A}">
      <dgm:prSet/>
      <dgm:spPr/>
      <dgm:t>
        <a:bodyPr/>
        <a:lstStyle/>
        <a:p>
          <a:endParaRPr lang="en-US"/>
        </a:p>
      </dgm:t>
    </dgm:pt>
    <dgm:pt modelId="{E1D80027-EC72-4C00-8C15-84D13A3D2A20}">
      <dgm:prSet phldrT="[Text]" custT="1"/>
      <dgm:spPr/>
      <dgm:t>
        <a:bodyPr lIns="109728" tIns="54864" rIns="109728" bIns="54864"/>
        <a:lstStyle/>
        <a:p>
          <a:r>
            <a:rPr lang="en-US" sz="1200"/>
            <a:t>Enables a provider to manage the cloud infrastructure and services</a:t>
          </a:r>
        </a:p>
      </dgm:t>
    </dgm:pt>
    <dgm:pt modelId="{0F3578B8-CBEE-4914-B7CA-0DF2FBDA9A48}" type="parTrans" cxnId="{9C0D5128-ABF2-4FA0-9FB5-379B811454C7}">
      <dgm:prSet/>
      <dgm:spPr/>
      <dgm:t>
        <a:bodyPr/>
        <a:lstStyle/>
        <a:p>
          <a:endParaRPr lang="en-US"/>
        </a:p>
      </dgm:t>
    </dgm:pt>
    <dgm:pt modelId="{BCFACEF5-F738-4A0A-80FA-B61238A52FF4}" type="sibTrans" cxnId="{9C0D5128-ABF2-4FA0-9FB5-379B811454C7}">
      <dgm:prSet/>
      <dgm:spPr/>
      <dgm:t>
        <a:bodyPr/>
        <a:lstStyle/>
        <a:p>
          <a:endParaRPr lang="en-US"/>
        </a:p>
      </dgm:t>
    </dgm:pt>
    <dgm:pt modelId="{4F63ADC6-E712-4980-B257-48BF9DB31350}">
      <dgm:prSet phldrT="[Text]"/>
      <dgm:spPr>
        <a:solidFill>
          <a:srgbClr val="2C95DD"/>
        </a:solidFill>
      </dgm:spPr>
      <dgm:t>
        <a:bodyPr/>
        <a:lstStyle/>
        <a:p>
          <a:pPr algn="ctr"/>
          <a:r>
            <a:rPr lang="en-US"/>
            <a:t>Consumer software</a:t>
          </a:r>
        </a:p>
      </dgm:t>
    </dgm:pt>
    <dgm:pt modelId="{C53DF14C-F8DD-4B8D-AAEC-785084625E7D}" type="parTrans" cxnId="{A089E0C5-7ED0-4A45-B100-41BD09B72A21}">
      <dgm:prSet/>
      <dgm:spPr/>
      <dgm:t>
        <a:bodyPr/>
        <a:lstStyle/>
        <a:p>
          <a:endParaRPr lang="en-US"/>
        </a:p>
      </dgm:t>
    </dgm:pt>
    <dgm:pt modelId="{0803680B-FBF8-45C3-BB4B-119E304C45F1}" type="sibTrans" cxnId="{A089E0C5-7ED0-4A45-B100-41BD09B72A21}">
      <dgm:prSet/>
      <dgm:spPr/>
      <dgm:t>
        <a:bodyPr/>
        <a:lstStyle/>
        <a:p>
          <a:endParaRPr lang="en-US"/>
        </a:p>
      </dgm:t>
    </dgm:pt>
    <dgm:pt modelId="{847035FF-0C2A-4EFC-A002-6BCD5BAFE9F1}">
      <dgm:prSet phldrT="[Text]" custT="1"/>
      <dgm:spPr/>
      <dgm:t>
        <a:bodyPr lIns="109728" tIns="54864" rIns="109728" bIns="54864"/>
        <a:lstStyle/>
        <a:p>
          <a:r>
            <a:rPr lang="en-US" sz="1200"/>
            <a:t>Includes a consumer’s platform software and business applications</a:t>
          </a:r>
        </a:p>
      </dgm:t>
    </dgm:pt>
    <dgm:pt modelId="{FEBF29E9-D019-4364-B239-A50A98211EFA}" type="parTrans" cxnId="{47BB02F7-F449-46F2-8934-82F97A7F3BC2}">
      <dgm:prSet/>
      <dgm:spPr/>
      <dgm:t>
        <a:bodyPr/>
        <a:lstStyle/>
        <a:p>
          <a:endParaRPr lang="en-US"/>
        </a:p>
      </dgm:t>
    </dgm:pt>
    <dgm:pt modelId="{A679C972-7E2D-45DC-8BB1-5F44264736D3}" type="sibTrans" cxnId="{47BB02F7-F449-46F2-8934-82F97A7F3BC2}">
      <dgm:prSet/>
      <dgm:spPr/>
      <dgm:t>
        <a:bodyPr/>
        <a:lstStyle/>
        <a:p>
          <a:endParaRPr lang="en-US"/>
        </a:p>
      </dgm:t>
    </dgm:pt>
    <dgm:pt modelId="{5B1E25DB-39E0-4933-BD74-0510C0D66099}" type="pres">
      <dgm:prSet presAssocID="{A4DFD065-2FBA-4234-BCF8-C925B2817114}" presName="Name0" presStyleCnt="0">
        <dgm:presLayoutVars>
          <dgm:dir/>
          <dgm:animLvl val="lvl"/>
          <dgm:resizeHandles val="exact"/>
        </dgm:presLayoutVars>
      </dgm:prSet>
      <dgm:spPr/>
      <dgm:t>
        <a:bodyPr/>
        <a:lstStyle/>
        <a:p>
          <a:endParaRPr lang="en-US"/>
        </a:p>
      </dgm:t>
    </dgm:pt>
    <dgm:pt modelId="{BCD07672-96E6-4763-A3C8-B049BBD0191B}" type="pres">
      <dgm:prSet presAssocID="{9C7872EB-5D7C-4735-9901-5B74061F9283}" presName="linNode" presStyleCnt="0"/>
      <dgm:spPr/>
    </dgm:pt>
    <dgm:pt modelId="{E1C507B0-CE90-4E03-B4DF-959306DBB7D4}" type="pres">
      <dgm:prSet presAssocID="{9C7872EB-5D7C-4735-9901-5B74061F9283}" presName="parentText" presStyleLbl="node1" presStyleIdx="0" presStyleCnt="6">
        <dgm:presLayoutVars>
          <dgm:chMax val="1"/>
          <dgm:bulletEnabled val="1"/>
        </dgm:presLayoutVars>
      </dgm:prSet>
      <dgm:spPr/>
      <dgm:t>
        <a:bodyPr/>
        <a:lstStyle/>
        <a:p>
          <a:endParaRPr lang="en-US"/>
        </a:p>
      </dgm:t>
    </dgm:pt>
    <dgm:pt modelId="{3B0AC266-B5BD-49ED-992C-2AC7D9193D50}" type="pres">
      <dgm:prSet presAssocID="{9C7872EB-5D7C-4735-9901-5B74061F9283}" presName="descendantText" presStyleLbl="alignAccFollowNode1" presStyleIdx="0" presStyleCnt="6">
        <dgm:presLayoutVars>
          <dgm:bulletEnabled val="1"/>
        </dgm:presLayoutVars>
      </dgm:prSet>
      <dgm:spPr/>
      <dgm:t>
        <a:bodyPr/>
        <a:lstStyle/>
        <a:p>
          <a:endParaRPr lang="en-US"/>
        </a:p>
      </dgm:t>
    </dgm:pt>
    <dgm:pt modelId="{56EB9B2A-DE28-4701-AC59-5E5AD3297FFA}" type="pres">
      <dgm:prSet presAssocID="{ADBBD08F-67ED-4848-BBF9-9053C6957265}" presName="sp" presStyleCnt="0"/>
      <dgm:spPr/>
    </dgm:pt>
    <dgm:pt modelId="{82E8703B-9389-4707-9CD6-8F7B7455816D}" type="pres">
      <dgm:prSet presAssocID="{CAAE5DB7-5AD0-4C3C-941D-80F392827B3F}" presName="linNode" presStyleCnt="0"/>
      <dgm:spPr/>
    </dgm:pt>
    <dgm:pt modelId="{F5F5DCD5-B94E-4374-9972-CB76AD36F8A2}" type="pres">
      <dgm:prSet presAssocID="{CAAE5DB7-5AD0-4C3C-941D-80F392827B3F}" presName="parentText" presStyleLbl="node1" presStyleIdx="1" presStyleCnt="6">
        <dgm:presLayoutVars>
          <dgm:chMax val="1"/>
          <dgm:bulletEnabled val="1"/>
        </dgm:presLayoutVars>
      </dgm:prSet>
      <dgm:spPr/>
      <dgm:t>
        <a:bodyPr/>
        <a:lstStyle/>
        <a:p>
          <a:endParaRPr lang="en-US"/>
        </a:p>
      </dgm:t>
    </dgm:pt>
    <dgm:pt modelId="{227BF414-BF92-4AC7-8B37-F08BED37A5BA}" type="pres">
      <dgm:prSet presAssocID="{CAAE5DB7-5AD0-4C3C-941D-80F392827B3F}" presName="descendantText" presStyleLbl="alignAccFollowNode1" presStyleIdx="1" presStyleCnt="6">
        <dgm:presLayoutVars>
          <dgm:bulletEnabled val="1"/>
        </dgm:presLayoutVars>
      </dgm:prSet>
      <dgm:spPr/>
      <dgm:t>
        <a:bodyPr/>
        <a:lstStyle/>
        <a:p>
          <a:endParaRPr lang="en-US"/>
        </a:p>
      </dgm:t>
    </dgm:pt>
    <dgm:pt modelId="{D728C519-5F74-4EE9-A664-FAA27C5B3C95}" type="pres">
      <dgm:prSet presAssocID="{930CFCDD-17F1-4EEE-857C-550DD99ABC4B}" presName="sp" presStyleCnt="0"/>
      <dgm:spPr/>
    </dgm:pt>
    <dgm:pt modelId="{CB0A9CEC-4970-4E9A-8D2C-D5476F2E81BE}" type="pres">
      <dgm:prSet presAssocID="{AC398641-F75B-49B0-AAA0-3FDD29796580}" presName="linNode" presStyleCnt="0"/>
      <dgm:spPr/>
    </dgm:pt>
    <dgm:pt modelId="{E8197B1A-9EDC-44B3-B9A6-A286E453E106}" type="pres">
      <dgm:prSet presAssocID="{AC398641-F75B-49B0-AAA0-3FDD29796580}" presName="parentText" presStyleLbl="node1" presStyleIdx="2" presStyleCnt="6">
        <dgm:presLayoutVars>
          <dgm:chMax val="1"/>
          <dgm:bulletEnabled val="1"/>
        </dgm:presLayoutVars>
      </dgm:prSet>
      <dgm:spPr/>
      <dgm:t>
        <a:bodyPr/>
        <a:lstStyle/>
        <a:p>
          <a:endParaRPr lang="en-US"/>
        </a:p>
      </dgm:t>
    </dgm:pt>
    <dgm:pt modelId="{17FDFF8D-5754-40A6-90C0-1FF65591B9FB}" type="pres">
      <dgm:prSet presAssocID="{AC398641-F75B-49B0-AAA0-3FDD29796580}" presName="descendantText" presStyleLbl="alignAccFollowNode1" presStyleIdx="2" presStyleCnt="6">
        <dgm:presLayoutVars>
          <dgm:bulletEnabled val="1"/>
        </dgm:presLayoutVars>
      </dgm:prSet>
      <dgm:spPr/>
      <dgm:t>
        <a:bodyPr/>
        <a:lstStyle/>
        <a:p>
          <a:endParaRPr lang="en-US"/>
        </a:p>
      </dgm:t>
    </dgm:pt>
    <dgm:pt modelId="{B445CC07-F0B6-49C0-8116-9323DF1CFDC9}" type="pres">
      <dgm:prSet presAssocID="{07D91BC0-2E2A-461D-A121-5A51D4452482}" presName="sp" presStyleCnt="0"/>
      <dgm:spPr/>
    </dgm:pt>
    <dgm:pt modelId="{17D0205F-3ACB-4715-9A8B-A9A596954293}" type="pres">
      <dgm:prSet presAssocID="{838439EE-3214-41F9-AC38-30FD25FDBCB5}" presName="linNode" presStyleCnt="0"/>
      <dgm:spPr/>
    </dgm:pt>
    <dgm:pt modelId="{6B00BC4D-46E6-49C4-8822-FDB71BC59661}" type="pres">
      <dgm:prSet presAssocID="{838439EE-3214-41F9-AC38-30FD25FDBCB5}" presName="parentText" presStyleLbl="node1" presStyleIdx="3" presStyleCnt="6">
        <dgm:presLayoutVars>
          <dgm:chMax val="1"/>
          <dgm:bulletEnabled val="1"/>
        </dgm:presLayoutVars>
      </dgm:prSet>
      <dgm:spPr/>
      <dgm:t>
        <a:bodyPr/>
        <a:lstStyle/>
        <a:p>
          <a:endParaRPr lang="en-US"/>
        </a:p>
      </dgm:t>
    </dgm:pt>
    <dgm:pt modelId="{89459BF7-18C8-4DF4-A462-781838CCED8C}" type="pres">
      <dgm:prSet presAssocID="{838439EE-3214-41F9-AC38-30FD25FDBCB5}" presName="descendantText" presStyleLbl="alignAccFollowNode1" presStyleIdx="3" presStyleCnt="6">
        <dgm:presLayoutVars>
          <dgm:bulletEnabled val="1"/>
        </dgm:presLayoutVars>
      </dgm:prSet>
      <dgm:spPr/>
      <dgm:t>
        <a:bodyPr/>
        <a:lstStyle/>
        <a:p>
          <a:endParaRPr lang="en-US"/>
        </a:p>
      </dgm:t>
    </dgm:pt>
    <dgm:pt modelId="{75587407-9EDC-4F0C-833C-080A51F5A829}" type="pres">
      <dgm:prSet presAssocID="{5D2514EA-A986-4147-AB9D-A386E2D6A16E}" presName="sp" presStyleCnt="0"/>
      <dgm:spPr/>
    </dgm:pt>
    <dgm:pt modelId="{0A344D42-D2F9-4F13-B88B-42EFFAD61B84}" type="pres">
      <dgm:prSet presAssocID="{D782658F-0438-46F8-8F2E-EB28256E83A6}" presName="linNode" presStyleCnt="0"/>
      <dgm:spPr/>
    </dgm:pt>
    <dgm:pt modelId="{909C622C-0410-4CE6-B55D-4FFDDA72CD14}" type="pres">
      <dgm:prSet presAssocID="{D782658F-0438-46F8-8F2E-EB28256E83A6}" presName="parentText" presStyleLbl="node1" presStyleIdx="4" presStyleCnt="6">
        <dgm:presLayoutVars>
          <dgm:chMax val="1"/>
          <dgm:bulletEnabled val="1"/>
        </dgm:presLayoutVars>
      </dgm:prSet>
      <dgm:spPr/>
      <dgm:t>
        <a:bodyPr/>
        <a:lstStyle/>
        <a:p>
          <a:endParaRPr lang="en-US"/>
        </a:p>
      </dgm:t>
    </dgm:pt>
    <dgm:pt modelId="{608FF975-C0BC-4776-BD9D-61C9CE0D1780}" type="pres">
      <dgm:prSet presAssocID="{D782658F-0438-46F8-8F2E-EB28256E83A6}" presName="descendantText" presStyleLbl="alignAccFollowNode1" presStyleIdx="4" presStyleCnt="6">
        <dgm:presLayoutVars>
          <dgm:bulletEnabled val="1"/>
        </dgm:presLayoutVars>
      </dgm:prSet>
      <dgm:spPr/>
      <dgm:t>
        <a:bodyPr/>
        <a:lstStyle/>
        <a:p>
          <a:endParaRPr lang="en-US"/>
        </a:p>
      </dgm:t>
    </dgm:pt>
    <dgm:pt modelId="{361385D0-B0CA-479B-A181-3A124E49FB12}" type="pres">
      <dgm:prSet presAssocID="{57B83FDD-FC6D-4E8D-A8DE-7D5AE3894E27}" presName="sp" presStyleCnt="0"/>
      <dgm:spPr/>
    </dgm:pt>
    <dgm:pt modelId="{3001C7C1-9824-490E-B2BC-6CF55D47397B}" type="pres">
      <dgm:prSet presAssocID="{4F63ADC6-E712-4980-B257-48BF9DB31350}" presName="linNode" presStyleCnt="0"/>
      <dgm:spPr/>
    </dgm:pt>
    <dgm:pt modelId="{D3D6F330-2D7F-42AC-B47D-D9B482C70ABC}" type="pres">
      <dgm:prSet presAssocID="{4F63ADC6-E712-4980-B257-48BF9DB31350}" presName="parentText" presStyleLbl="node1" presStyleIdx="5" presStyleCnt="6">
        <dgm:presLayoutVars>
          <dgm:chMax val="1"/>
          <dgm:bulletEnabled val="1"/>
        </dgm:presLayoutVars>
      </dgm:prSet>
      <dgm:spPr/>
      <dgm:t>
        <a:bodyPr/>
        <a:lstStyle/>
        <a:p>
          <a:endParaRPr lang="en-US"/>
        </a:p>
      </dgm:t>
    </dgm:pt>
    <dgm:pt modelId="{5351C14F-38FF-48B3-8F5D-D1AB1203F296}" type="pres">
      <dgm:prSet presAssocID="{4F63ADC6-E712-4980-B257-48BF9DB31350}" presName="descendantText" presStyleLbl="alignAccFollowNode1" presStyleIdx="5" presStyleCnt="6">
        <dgm:presLayoutVars>
          <dgm:bulletEnabled val="1"/>
        </dgm:presLayoutVars>
      </dgm:prSet>
      <dgm:spPr/>
      <dgm:t>
        <a:bodyPr/>
        <a:lstStyle/>
        <a:p>
          <a:endParaRPr lang="en-US"/>
        </a:p>
      </dgm:t>
    </dgm:pt>
  </dgm:ptLst>
  <dgm:cxnLst>
    <dgm:cxn modelId="{F83BBD6C-65B1-4AA5-B50D-2201BB63F7BF}" type="presOf" srcId="{1570FD84-DE20-4D45-A3DB-278A6B897D58}" destId="{89459BF7-18C8-4DF4-A462-781838CCED8C}" srcOrd="0" destOrd="0" presId="urn:microsoft.com/office/officeart/2005/8/layout/vList5"/>
    <dgm:cxn modelId="{C5461527-4DFD-4DD3-89B0-B8F43ADFD035}" type="presOf" srcId="{847035FF-0C2A-4EFC-A002-6BCD5BAFE9F1}" destId="{5351C14F-38FF-48B3-8F5D-D1AB1203F296}" srcOrd="0" destOrd="0" presId="urn:microsoft.com/office/officeart/2005/8/layout/vList5"/>
    <dgm:cxn modelId="{3A693F55-8CF5-4FB4-8633-D78F0FB90DE0}" type="presOf" srcId="{AC398641-F75B-49B0-AAA0-3FDD29796580}" destId="{E8197B1A-9EDC-44B3-B9A6-A286E453E106}" srcOrd="0" destOrd="0" presId="urn:microsoft.com/office/officeart/2005/8/layout/vList5"/>
    <dgm:cxn modelId="{CD6A9B65-BBF3-4962-9A12-A1FA8858E054}" srcId="{9C7872EB-5D7C-4735-9901-5B74061F9283}" destId="{D28A0571-94AD-4A8C-8022-8A98D5EA9FC0}" srcOrd="0" destOrd="0" parTransId="{3EF951F3-D35F-457B-81D9-709A140FDCD1}" sibTransId="{ED0AF154-C7D4-44B1-8188-AC9B1E78AFFA}"/>
    <dgm:cxn modelId="{34573D56-BE9A-428F-9563-DC4AF79821A6}" type="presOf" srcId="{D782658F-0438-46F8-8F2E-EB28256E83A6}" destId="{909C622C-0410-4CE6-B55D-4FFDDA72CD14}" srcOrd="0" destOrd="0" presId="urn:microsoft.com/office/officeart/2005/8/layout/vList5"/>
    <dgm:cxn modelId="{B3AE881C-C63F-4D40-9AE5-F2CC1B636017}" type="presOf" srcId="{A4DFD065-2FBA-4234-BCF8-C925B2817114}" destId="{5B1E25DB-39E0-4933-BD74-0510C0D66099}" srcOrd="0" destOrd="0" presId="urn:microsoft.com/office/officeart/2005/8/layout/vList5"/>
    <dgm:cxn modelId="{E2AF75B0-C51C-4CCE-BD11-41BDC8CA5519}" type="presOf" srcId="{4F63ADC6-E712-4980-B257-48BF9DB31350}" destId="{D3D6F330-2D7F-42AC-B47D-D9B482C70ABC}" srcOrd="0" destOrd="0" presId="urn:microsoft.com/office/officeart/2005/8/layout/vList5"/>
    <dgm:cxn modelId="{75A21059-086D-43E1-A661-9D2C12984236}" srcId="{CAAE5DB7-5AD0-4C3C-941D-80F392827B3F}" destId="{C743FFC3-A49F-457E-A1CC-A4D8CB253EDF}" srcOrd="0" destOrd="0" parTransId="{C1B007B0-5FF2-4D81-869A-A2E40CF26344}" sibTransId="{EA0306B6-9F98-4FDB-AD0A-60204F7FB0BA}"/>
    <dgm:cxn modelId="{AE24B1B6-7CCD-4908-AB28-971C779E929A}" srcId="{A4DFD065-2FBA-4234-BCF8-C925B2817114}" destId="{D782658F-0438-46F8-8F2E-EB28256E83A6}" srcOrd="4" destOrd="0" parTransId="{6B773971-3D6B-4D0C-8AFB-C552201AAA9D}" sibTransId="{57B83FDD-FC6D-4E8D-A8DE-7D5AE3894E27}"/>
    <dgm:cxn modelId="{079F9D88-B995-4A80-9149-74E2C602F0BF}" srcId="{AC398641-F75B-49B0-AAA0-3FDD29796580}" destId="{F754AC32-DFAE-4B7B-A984-8811DD077048}" srcOrd="0" destOrd="0" parTransId="{AC735B69-BAFE-4B81-8A96-4E3027624B57}" sibTransId="{300ED5A2-22C4-458D-9DBF-C3E1020F7AC0}"/>
    <dgm:cxn modelId="{F26AD633-548E-42C5-A0A7-0C82ADE3F52A}" type="presOf" srcId="{838439EE-3214-41F9-AC38-30FD25FDBCB5}" destId="{6B00BC4D-46E6-49C4-8822-FDB71BC59661}" srcOrd="0" destOrd="0" presId="urn:microsoft.com/office/officeart/2005/8/layout/vList5"/>
    <dgm:cxn modelId="{95A49458-6A1C-4126-AB6D-01B0BF9D545D}" srcId="{A4DFD065-2FBA-4234-BCF8-C925B2817114}" destId="{838439EE-3214-41F9-AC38-30FD25FDBCB5}" srcOrd="3" destOrd="0" parTransId="{350A0F01-3D89-456B-B852-8132A7C9D6B8}" sibTransId="{5D2514EA-A986-4147-AB9D-A386E2D6A16E}"/>
    <dgm:cxn modelId="{E0644454-2331-44EB-8392-1D2C78AF80C9}" type="presOf" srcId="{D28A0571-94AD-4A8C-8022-8A98D5EA9FC0}" destId="{3B0AC266-B5BD-49ED-992C-2AC7D9193D50}" srcOrd="0" destOrd="0" presId="urn:microsoft.com/office/officeart/2005/8/layout/vList5"/>
    <dgm:cxn modelId="{F3E12819-DFDD-4E41-8672-0FB9C51129EC}" srcId="{A4DFD065-2FBA-4234-BCF8-C925B2817114}" destId="{9C7872EB-5D7C-4735-9901-5B74061F9283}" srcOrd="0" destOrd="0" parTransId="{36B15B97-CAD3-4E39-B95A-3CF0985499F7}" sibTransId="{ADBBD08F-67ED-4848-BBF9-9053C6957265}"/>
    <dgm:cxn modelId="{47BB02F7-F449-46F2-8934-82F97A7F3BC2}" srcId="{4F63ADC6-E712-4980-B257-48BF9DB31350}" destId="{847035FF-0C2A-4EFC-A002-6BCD5BAFE9F1}" srcOrd="0" destOrd="0" parTransId="{FEBF29E9-D019-4364-B239-A50A98211EFA}" sibTransId="{A679C972-7E2D-45DC-8BB1-5F44264736D3}"/>
    <dgm:cxn modelId="{9C0D5128-ABF2-4FA0-9FB5-379B811454C7}" srcId="{D782658F-0438-46F8-8F2E-EB28256E83A6}" destId="{E1D80027-EC72-4C00-8C15-84D13A3D2A20}" srcOrd="0" destOrd="0" parTransId="{0F3578B8-CBEE-4914-B7CA-0DF2FBDA9A48}" sibTransId="{BCFACEF5-F738-4A0A-80FA-B61238A52FF4}"/>
    <dgm:cxn modelId="{4329915E-DB70-45EB-9BE9-93D94147FB64}" type="presOf" srcId="{F754AC32-DFAE-4B7B-A984-8811DD077048}" destId="{17FDFF8D-5754-40A6-90C0-1FF65591B9FB}" srcOrd="0" destOrd="0" presId="urn:microsoft.com/office/officeart/2005/8/layout/vList5"/>
    <dgm:cxn modelId="{ECF91D7B-0F95-4FC1-BB08-807C58F63104}" type="presOf" srcId="{9C7872EB-5D7C-4735-9901-5B74061F9283}" destId="{E1C507B0-CE90-4E03-B4DF-959306DBB7D4}" srcOrd="0" destOrd="0" presId="urn:microsoft.com/office/officeart/2005/8/layout/vList5"/>
    <dgm:cxn modelId="{8965258F-5BFA-4ABD-ACD8-0FFDD5027A89}" type="presOf" srcId="{C743FFC3-A49F-457E-A1CC-A4D8CB253EDF}" destId="{227BF414-BF92-4AC7-8B37-F08BED37A5BA}" srcOrd="0" destOrd="0" presId="urn:microsoft.com/office/officeart/2005/8/layout/vList5"/>
    <dgm:cxn modelId="{29FE4FFE-84B7-4156-A2F3-FB263C34870A}" type="presOf" srcId="{CAAE5DB7-5AD0-4C3C-941D-80F392827B3F}" destId="{F5F5DCD5-B94E-4374-9972-CB76AD36F8A2}" srcOrd="0" destOrd="0" presId="urn:microsoft.com/office/officeart/2005/8/layout/vList5"/>
    <dgm:cxn modelId="{C13B32A0-3B0B-45CB-A0B1-AF577E92E163}" srcId="{838439EE-3214-41F9-AC38-30FD25FDBCB5}" destId="{1570FD84-DE20-4D45-A3DB-278A6B897D58}" srcOrd="0" destOrd="0" parTransId="{7DA2F3D6-091B-43A0-9C11-8E9756B41878}" sibTransId="{3253797F-8417-4DC8-96E4-CCBB03A7DFDB}"/>
    <dgm:cxn modelId="{F6165BCC-9EEA-4064-B783-752970AB5567}" type="presOf" srcId="{E1D80027-EC72-4C00-8C15-84D13A3D2A20}" destId="{608FF975-C0BC-4776-BD9D-61C9CE0D1780}" srcOrd="0" destOrd="0" presId="urn:microsoft.com/office/officeart/2005/8/layout/vList5"/>
    <dgm:cxn modelId="{DD6CF901-000B-4F0D-8469-9CB7712D941A}" srcId="{A4DFD065-2FBA-4234-BCF8-C925B2817114}" destId="{CAAE5DB7-5AD0-4C3C-941D-80F392827B3F}" srcOrd="1" destOrd="0" parTransId="{EDFB1E03-1CA6-4920-AF8C-9D77FDFB231A}" sibTransId="{930CFCDD-17F1-4EEE-857C-550DD99ABC4B}"/>
    <dgm:cxn modelId="{A089E0C5-7ED0-4A45-B100-41BD09B72A21}" srcId="{A4DFD065-2FBA-4234-BCF8-C925B2817114}" destId="{4F63ADC6-E712-4980-B257-48BF9DB31350}" srcOrd="5" destOrd="0" parTransId="{C53DF14C-F8DD-4B8D-AAEC-785084625E7D}" sibTransId="{0803680B-FBF8-45C3-BB4B-119E304C45F1}"/>
    <dgm:cxn modelId="{E7F166A4-0568-478E-AB87-2D7540EC0F6D}" srcId="{A4DFD065-2FBA-4234-BCF8-C925B2817114}" destId="{AC398641-F75B-49B0-AAA0-3FDD29796580}" srcOrd="2" destOrd="0" parTransId="{1C207FBA-52A1-4559-8466-99CBB9692A60}" sibTransId="{07D91BC0-2E2A-461D-A121-5A51D4452482}"/>
    <dgm:cxn modelId="{F1AFDA83-BC6C-4C48-9FC5-F95A3E469D34}" type="presParOf" srcId="{5B1E25DB-39E0-4933-BD74-0510C0D66099}" destId="{BCD07672-96E6-4763-A3C8-B049BBD0191B}" srcOrd="0" destOrd="0" presId="urn:microsoft.com/office/officeart/2005/8/layout/vList5"/>
    <dgm:cxn modelId="{56FDECEF-1749-4B57-BEC3-7BA846F390FF}" type="presParOf" srcId="{BCD07672-96E6-4763-A3C8-B049BBD0191B}" destId="{E1C507B0-CE90-4E03-B4DF-959306DBB7D4}" srcOrd="0" destOrd="0" presId="urn:microsoft.com/office/officeart/2005/8/layout/vList5"/>
    <dgm:cxn modelId="{ADE750C3-7BE2-4A8A-88D3-DB63A4642197}" type="presParOf" srcId="{BCD07672-96E6-4763-A3C8-B049BBD0191B}" destId="{3B0AC266-B5BD-49ED-992C-2AC7D9193D50}" srcOrd="1" destOrd="0" presId="urn:microsoft.com/office/officeart/2005/8/layout/vList5"/>
    <dgm:cxn modelId="{DF4F868F-11EC-4E8B-B84A-D9456C3B80FF}" type="presParOf" srcId="{5B1E25DB-39E0-4933-BD74-0510C0D66099}" destId="{56EB9B2A-DE28-4701-AC59-5E5AD3297FFA}" srcOrd="1" destOrd="0" presId="urn:microsoft.com/office/officeart/2005/8/layout/vList5"/>
    <dgm:cxn modelId="{11BA41E9-FDF9-4330-AD3D-20980B964D59}" type="presParOf" srcId="{5B1E25DB-39E0-4933-BD74-0510C0D66099}" destId="{82E8703B-9389-4707-9CD6-8F7B7455816D}" srcOrd="2" destOrd="0" presId="urn:microsoft.com/office/officeart/2005/8/layout/vList5"/>
    <dgm:cxn modelId="{A86FF104-66B6-4E80-9408-4F6E99FB2ADC}" type="presParOf" srcId="{82E8703B-9389-4707-9CD6-8F7B7455816D}" destId="{F5F5DCD5-B94E-4374-9972-CB76AD36F8A2}" srcOrd="0" destOrd="0" presId="urn:microsoft.com/office/officeart/2005/8/layout/vList5"/>
    <dgm:cxn modelId="{97A23233-5331-4959-9517-C3982DBFBF83}" type="presParOf" srcId="{82E8703B-9389-4707-9CD6-8F7B7455816D}" destId="{227BF414-BF92-4AC7-8B37-F08BED37A5BA}" srcOrd="1" destOrd="0" presId="urn:microsoft.com/office/officeart/2005/8/layout/vList5"/>
    <dgm:cxn modelId="{970AF28D-83FF-4A0E-841C-69579D0C4512}" type="presParOf" srcId="{5B1E25DB-39E0-4933-BD74-0510C0D66099}" destId="{D728C519-5F74-4EE9-A664-FAA27C5B3C95}" srcOrd="3" destOrd="0" presId="urn:microsoft.com/office/officeart/2005/8/layout/vList5"/>
    <dgm:cxn modelId="{468B8D48-4D1B-49D3-B829-29CD690931F7}" type="presParOf" srcId="{5B1E25DB-39E0-4933-BD74-0510C0D66099}" destId="{CB0A9CEC-4970-4E9A-8D2C-D5476F2E81BE}" srcOrd="4" destOrd="0" presId="urn:microsoft.com/office/officeart/2005/8/layout/vList5"/>
    <dgm:cxn modelId="{1415217D-D2AF-429D-A5C4-A340113EB791}" type="presParOf" srcId="{CB0A9CEC-4970-4E9A-8D2C-D5476F2E81BE}" destId="{E8197B1A-9EDC-44B3-B9A6-A286E453E106}" srcOrd="0" destOrd="0" presId="urn:microsoft.com/office/officeart/2005/8/layout/vList5"/>
    <dgm:cxn modelId="{01878AFB-2208-4124-8167-27F2A4FB3D43}" type="presParOf" srcId="{CB0A9CEC-4970-4E9A-8D2C-D5476F2E81BE}" destId="{17FDFF8D-5754-40A6-90C0-1FF65591B9FB}" srcOrd="1" destOrd="0" presId="urn:microsoft.com/office/officeart/2005/8/layout/vList5"/>
    <dgm:cxn modelId="{238F6B9F-E767-43C7-8E60-248FCF3FACB4}" type="presParOf" srcId="{5B1E25DB-39E0-4933-BD74-0510C0D66099}" destId="{B445CC07-F0B6-49C0-8116-9323DF1CFDC9}" srcOrd="5" destOrd="0" presId="urn:microsoft.com/office/officeart/2005/8/layout/vList5"/>
    <dgm:cxn modelId="{255CD753-0E74-4434-853E-E5127194D012}" type="presParOf" srcId="{5B1E25DB-39E0-4933-BD74-0510C0D66099}" destId="{17D0205F-3ACB-4715-9A8B-A9A596954293}" srcOrd="6" destOrd="0" presId="urn:microsoft.com/office/officeart/2005/8/layout/vList5"/>
    <dgm:cxn modelId="{3C55D7B6-D360-45CE-A8F0-9ECE12C0C7F7}" type="presParOf" srcId="{17D0205F-3ACB-4715-9A8B-A9A596954293}" destId="{6B00BC4D-46E6-49C4-8822-FDB71BC59661}" srcOrd="0" destOrd="0" presId="urn:microsoft.com/office/officeart/2005/8/layout/vList5"/>
    <dgm:cxn modelId="{F481C69D-555B-4FE6-9D39-834270BFA981}" type="presParOf" srcId="{17D0205F-3ACB-4715-9A8B-A9A596954293}" destId="{89459BF7-18C8-4DF4-A462-781838CCED8C}" srcOrd="1" destOrd="0" presId="urn:microsoft.com/office/officeart/2005/8/layout/vList5"/>
    <dgm:cxn modelId="{F2DEA703-93D1-4BDD-910F-C22728C9EC1F}" type="presParOf" srcId="{5B1E25DB-39E0-4933-BD74-0510C0D66099}" destId="{75587407-9EDC-4F0C-833C-080A51F5A829}" srcOrd="7" destOrd="0" presId="urn:microsoft.com/office/officeart/2005/8/layout/vList5"/>
    <dgm:cxn modelId="{19A6799C-9078-4B4C-9336-C5D5738F7A2D}" type="presParOf" srcId="{5B1E25DB-39E0-4933-BD74-0510C0D66099}" destId="{0A344D42-D2F9-4F13-B88B-42EFFAD61B84}" srcOrd="8" destOrd="0" presId="urn:microsoft.com/office/officeart/2005/8/layout/vList5"/>
    <dgm:cxn modelId="{A08A57DB-6117-4D09-8A19-83BCB5784E7F}" type="presParOf" srcId="{0A344D42-D2F9-4F13-B88B-42EFFAD61B84}" destId="{909C622C-0410-4CE6-B55D-4FFDDA72CD14}" srcOrd="0" destOrd="0" presId="urn:microsoft.com/office/officeart/2005/8/layout/vList5"/>
    <dgm:cxn modelId="{D1AE517A-3AD3-40FB-9EF1-42086EDE1445}" type="presParOf" srcId="{0A344D42-D2F9-4F13-B88B-42EFFAD61B84}" destId="{608FF975-C0BC-4776-BD9D-61C9CE0D1780}" srcOrd="1" destOrd="0" presId="urn:microsoft.com/office/officeart/2005/8/layout/vList5"/>
    <dgm:cxn modelId="{6FFEE095-6146-41C7-A610-1C6269FB8C89}" type="presParOf" srcId="{5B1E25DB-39E0-4933-BD74-0510C0D66099}" destId="{361385D0-B0CA-479B-A181-3A124E49FB12}" srcOrd="9" destOrd="0" presId="urn:microsoft.com/office/officeart/2005/8/layout/vList5"/>
    <dgm:cxn modelId="{01CC46B4-978E-405C-8011-05D0A3B9F2E2}" type="presParOf" srcId="{5B1E25DB-39E0-4933-BD74-0510C0D66099}" destId="{3001C7C1-9824-490E-B2BC-6CF55D47397B}" srcOrd="10" destOrd="0" presId="urn:microsoft.com/office/officeart/2005/8/layout/vList5"/>
    <dgm:cxn modelId="{BE08A02E-BD04-4821-B2B1-12C4B1BAEAE7}" type="presParOf" srcId="{3001C7C1-9824-490E-B2BC-6CF55D47397B}" destId="{D3D6F330-2D7F-42AC-B47D-D9B482C70ABC}" srcOrd="0" destOrd="0" presId="urn:microsoft.com/office/officeart/2005/8/layout/vList5"/>
    <dgm:cxn modelId="{74B58597-35FB-4C7E-A11F-C6019C43F9C3}" type="presParOf" srcId="{3001C7C1-9824-490E-B2BC-6CF55D47397B}" destId="{5351C14F-38FF-48B3-8F5D-D1AB1203F296}" srcOrd="1" destOrd="0" presId="urn:microsoft.com/office/officeart/2005/8/layout/vList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4DFD065-2FBA-4234-BCF8-C925B2817114}"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9C7872EB-5D7C-4735-9901-5B74061F9283}">
      <dgm:prSet phldrT="[Text]" custT="1"/>
      <dgm:spPr>
        <a:solidFill>
          <a:srgbClr val="2C95DD"/>
        </a:solidFill>
      </dgm:spPr>
      <dgm:t>
        <a:bodyPr/>
        <a:lstStyle/>
        <a:p>
          <a:pPr algn="ctr"/>
          <a:r>
            <a:rPr lang="en-US" sz="1500"/>
            <a:t>Magnetic disk drive</a:t>
          </a:r>
        </a:p>
      </dgm:t>
    </dgm:pt>
    <dgm:pt modelId="{36B15B97-CAD3-4E39-B95A-3CF0985499F7}" type="parTrans" cxnId="{F3E12819-DFDD-4E41-8672-0FB9C51129EC}">
      <dgm:prSet/>
      <dgm:spPr/>
      <dgm:t>
        <a:bodyPr/>
        <a:lstStyle/>
        <a:p>
          <a:endParaRPr lang="en-US"/>
        </a:p>
      </dgm:t>
    </dgm:pt>
    <dgm:pt modelId="{ADBBD08F-67ED-4848-BBF9-9053C6957265}" type="sibTrans" cxnId="{F3E12819-DFDD-4E41-8672-0FB9C51129EC}">
      <dgm:prSet/>
      <dgm:spPr/>
      <dgm:t>
        <a:bodyPr/>
        <a:lstStyle/>
        <a:p>
          <a:endParaRPr lang="en-US"/>
        </a:p>
      </dgm:t>
    </dgm:pt>
    <dgm:pt modelId="{1570FD84-DE20-4D45-A3DB-278A6B897D58}">
      <dgm:prSet phldrT="[Text]" custT="1"/>
      <dgm:spPr/>
      <dgm:t>
        <a:bodyPr lIns="109728" tIns="54864" rIns="109728" bIns="54864"/>
        <a:lstStyle/>
        <a:p>
          <a:r>
            <a:rPr lang="en-US" sz="1200"/>
            <a:t>Write Once and Read Many capability: CD, DVD, BD</a:t>
          </a:r>
        </a:p>
      </dgm:t>
    </dgm:pt>
    <dgm:pt modelId="{838439EE-3214-41F9-AC38-30FD25FDBCB5}">
      <dgm:prSet phldrT="[Text]" custT="1"/>
      <dgm:spPr>
        <a:solidFill>
          <a:srgbClr val="2C95DD"/>
        </a:solidFill>
      </dgm:spPr>
      <dgm:t>
        <a:bodyPr/>
        <a:lstStyle/>
        <a:p>
          <a:pPr algn="ctr"/>
          <a:r>
            <a:rPr lang="en-US" sz="1500"/>
            <a:t>Optical disc drive</a:t>
          </a:r>
        </a:p>
      </dgm:t>
    </dgm:pt>
    <dgm:pt modelId="{5D2514EA-A986-4147-AB9D-A386E2D6A16E}" type="sibTrans" cxnId="{95A49458-6A1C-4126-AB6D-01B0BF9D545D}">
      <dgm:prSet/>
      <dgm:spPr/>
      <dgm:t>
        <a:bodyPr/>
        <a:lstStyle/>
        <a:p>
          <a:endParaRPr lang="en-US"/>
        </a:p>
      </dgm:t>
    </dgm:pt>
    <dgm:pt modelId="{350A0F01-3D89-456B-B852-8132A7C9D6B8}" type="parTrans" cxnId="{95A49458-6A1C-4126-AB6D-01B0BF9D545D}">
      <dgm:prSet/>
      <dgm:spPr/>
      <dgm:t>
        <a:bodyPr/>
        <a:lstStyle/>
        <a:p>
          <a:endParaRPr lang="en-US"/>
        </a:p>
      </dgm:t>
    </dgm:pt>
    <dgm:pt modelId="{3253797F-8417-4DC8-96E4-CCBB03A7DFDB}" type="sibTrans" cxnId="{C13B32A0-3B0B-45CB-A0B1-AF577E92E163}">
      <dgm:prSet/>
      <dgm:spPr/>
      <dgm:t>
        <a:bodyPr/>
        <a:lstStyle/>
        <a:p>
          <a:endParaRPr lang="en-US"/>
        </a:p>
      </dgm:t>
    </dgm:pt>
    <dgm:pt modelId="{7DA2F3D6-091B-43A0-9C11-8E9756B41878}" type="parTrans" cxnId="{C13B32A0-3B0B-45CB-A0B1-AF577E92E163}">
      <dgm:prSet/>
      <dgm:spPr/>
      <dgm:t>
        <a:bodyPr/>
        <a:lstStyle/>
        <a:p>
          <a:endParaRPr lang="en-US"/>
        </a:p>
      </dgm:t>
    </dgm:pt>
    <dgm:pt modelId="{F754AC32-DFAE-4B7B-A984-8811DD077048}">
      <dgm:prSet phldrT="[Text]" custT="1"/>
      <dgm:spPr/>
      <dgm:t>
        <a:bodyPr lIns="109728" tIns="54864" rIns="109728" bIns="54864"/>
        <a:lstStyle/>
        <a:p>
          <a:r>
            <a:rPr lang="en-US" sz="1200"/>
            <a:t>Provides only sequential data access</a:t>
          </a:r>
        </a:p>
      </dgm:t>
    </dgm:pt>
    <dgm:pt modelId="{AC398641-F75B-49B0-AAA0-3FDD29796580}">
      <dgm:prSet phldrT="[Text]" custT="1"/>
      <dgm:spPr>
        <a:solidFill>
          <a:srgbClr val="2C95DD"/>
        </a:solidFill>
      </dgm:spPr>
      <dgm:t>
        <a:bodyPr/>
        <a:lstStyle/>
        <a:p>
          <a:pPr algn="ctr"/>
          <a:r>
            <a:rPr lang="en-US" sz="1500"/>
            <a:t>Magnetic tape drive</a:t>
          </a:r>
        </a:p>
      </dgm:t>
    </dgm:pt>
    <dgm:pt modelId="{07D91BC0-2E2A-461D-A121-5A51D4452482}" type="sibTrans" cxnId="{E7F166A4-0568-478E-AB87-2D7540EC0F6D}">
      <dgm:prSet/>
      <dgm:spPr/>
      <dgm:t>
        <a:bodyPr/>
        <a:lstStyle/>
        <a:p>
          <a:endParaRPr lang="en-US"/>
        </a:p>
      </dgm:t>
    </dgm:pt>
    <dgm:pt modelId="{1C207FBA-52A1-4559-8466-99CBB9692A60}" type="parTrans" cxnId="{E7F166A4-0568-478E-AB87-2D7540EC0F6D}">
      <dgm:prSet/>
      <dgm:spPr/>
      <dgm:t>
        <a:bodyPr/>
        <a:lstStyle/>
        <a:p>
          <a:endParaRPr lang="en-US"/>
        </a:p>
      </dgm:t>
    </dgm:pt>
    <dgm:pt modelId="{300ED5A2-22C4-458D-9DBF-C3E1020F7AC0}" type="sibTrans" cxnId="{079F9D88-B995-4A80-9149-74E2C602F0BF}">
      <dgm:prSet/>
      <dgm:spPr/>
      <dgm:t>
        <a:bodyPr/>
        <a:lstStyle/>
        <a:p>
          <a:endParaRPr lang="en-US"/>
        </a:p>
      </dgm:t>
    </dgm:pt>
    <dgm:pt modelId="{AC735B69-BAFE-4B81-8A96-4E3027624B57}" type="parTrans" cxnId="{079F9D88-B995-4A80-9149-74E2C602F0BF}">
      <dgm:prSet/>
      <dgm:spPr/>
      <dgm:t>
        <a:bodyPr/>
        <a:lstStyle/>
        <a:p>
          <a:endParaRPr lang="en-US"/>
        </a:p>
      </dgm:t>
    </dgm:pt>
    <dgm:pt modelId="{C743FFC3-A49F-457E-A1CC-A4D8CB253EDF}">
      <dgm:prSet phldrT="[Text]" custT="1"/>
      <dgm:spPr/>
      <dgm:t>
        <a:bodyPr lIns="109728" tIns="54864" rIns="109728" bIns="54864"/>
        <a:lstStyle/>
        <a:p>
          <a:r>
            <a:rPr lang="en-US" sz="1200"/>
            <a:t>Stores data on a semiconductor-based memory</a:t>
          </a:r>
        </a:p>
      </dgm:t>
    </dgm:pt>
    <dgm:pt modelId="{CAAE5DB7-5AD0-4C3C-941D-80F392827B3F}">
      <dgm:prSet phldrT="[Text]" custT="1"/>
      <dgm:spPr>
        <a:solidFill>
          <a:srgbClr val="2C95DD"/>
        </a:solidFill>
      </dgm:spPr>
      <dgm:t>
        <a:bodyPr/>
        <a:lstStyle/>
        <a:p>
          <a:pPr algn="ctr"/>
          <a:r>
            <a:rPr lang="en-US" sz="1500"/>
            <a:t>Solid-state (flash) drive</a:t>
          </a:r>
        </a:p>
      </dgm:t>
    </dgm:pt>
    <dgm:pt modelId="{930CFCDD-17F1-4EEE-857C-550DD99ABC4B}" type="sibTrans" cxnId="{DD6CF901-000B-4F0D-8469-9CB7712D941A}">
      <dgm:prSet/>
      <dgm:spPr/>
      <dgm:t>
        <a:bodyPr/>
        <a:lstStyle/>
        <a:p>
          <a:endParaRPr lang="en-US"/>
        </a:p>
      </dgm:t>
    </dgm:pt>
    <dgm:pt modelId="{EDFB1E03-1CA6-4920-AF8C-9D77FDFB231A}" type="parTrans" cxnId="{DD6CF901-000B-4F0D-8469-9CB7712D941A}">
      <dgm:prSet/>
      <dgm:spPr/>
      <dgm:t>
        <a:bodyPr/>
        <a:lstStyle/>
        <a:p>
          <a:endParaRPr lang="en-US"/>
        </a:p>
      </dgm:t>
    </dgm:pt>
    <dgm:pt modelId="{EA0306B6-9F98-4FDB-AD0A-60204F7FB0BA}" type="sibTrans" cxnId="{75A21059-086D-43E1-A661-9D2C12984236}">
      <dgm:prSet/>
      <dgm:spPr/>
      <dgm:t>
        <a:bodyPr/>
        <a:lstStyle/>
        <a:p>
          <a:endParaRPr lang="en-US"/>
        </a:p>
      </dgm:t>
    </dgm:pt>
    <dgm:pt modelId="{C1B007B0-5FF2-4D81-869A-A2E40CF26344}" type="parTrans" cxnId="{75A21059-086D-43E1-A661-9D2C12984236}">
      <dgm:prSet/>
      <dgm:spPr/>
      <dgm:t>
        <a:bodyPr/>
        <a:lstStyle/>
        <a:p>
          <a:endParaRPr lang="en-US"/>
        </a:p>
      </dgm:t>
    </dgm:pt>
    <dgm:pt modelId="{D28A0571-94AD-4A8C-8022-8A98D5EA9FC0}">
      <dgm:prSet phldrT="[Text]" custT="1"/>
      <dgm:spPr/>
      <dgm:t>
        <a:bodyPr lIns="109728" tIns="54864" rIns="109728" bIns="54864"/>
        <a:lstStyle/>
        <a:p>
          <a:r>
            <a:rPr lang="en-US" sz="1200"/>
            <a:t>Provides random read/write access</a:t>
          </a:r>
        </a:p>
      </dgm:t>
    </dgm:pt>
    <dgm:pt modelId="{ED0AF154-C7D4-44B1-8188-AC9B1E78AFFA}" type="sibTrans" cxnId="{CD6A9B65-BBF3-4962-9A12-A1FA8858E054}">
      <dgm:prSet/>
      <dgm:spPr/>
      <dgm:t>
        <a:bodyPr/>
        <a:lstStyle/>
        <a:p>
          <a:endParaRPr lang="en-US"/>
        </a:p>
      </dgm:t>
    </dgm:pt>
    <dgm:pt modelId="{3EF951F3-D35F-457B-81D9-709A140FDCD1}" type="parTrans" cxnId="{CD6A9B65-BBF3-4962-9A12-A1FA8858E054}">
      <dgm:prSet/>
      <dgm:spPr/>
      <dgm:t>
        <a:bodyPr/>
        <a:lstStyle/>
        <a:p>
          <a:endParaRPr lang="en-US"/>
        </a:p>
      </dgm:t>
    </dgm:pt>
    <dgm:pt modelId="{27055167-B399-46DE-8742-467157225895}">
      <dgm:prSet custT="1"/>
      <dgm:spPr/>
      <dgm:t>
        <a:bodyPr lIns="109728" tIns="54864" rIns="109728" bIns="54864"/>
        <a:lstStyle/>
        <a:p>
          <a:r>
            <a:rPr lang="en-US" sz="1200"/>
            <a:t>Most popular storage device with large storage capacity</a:t>
          </a:r>
        </a:p>
      </dgm:t>
    </dgm:pt>
    <dgm:pt modelId="{5DD10E72-C65F-4964-BA11-44A0B42A69EC}" type="parTrans" cxnId="{15EC1F3C-4F33-4385-87B7-B618D4B2AB5C}">
      <dgm:prSet/>
      <dgm:spPr/>
      <dgm:t>
        <a:bodyPr/>
        <a:lstStyle/>
        <a:p>
          <a:endParaRPr lang="en-US"/>
        </a:p>
      </dgm:t>
    </dgm:pt>
    <dgm:pt modelId="{A78E6A5D-BBEC-4E71-AD86-2A6E158104BC}" type="sibTrans" cxnId="{15EC1F3C-4F33-4385-87B7-B618D4B2AB5C}">
      <dgm:prSet/>
      <dgm:spPr/>
      <dgm:t>
        <a:bodyPr/>
        <a:lstStyle/>
        <a:p>
          <a:endParaRPr lang="en-US"/>
        </a:p>
      </dgm:t>
    </dgm:pt>
    <dgm:pt modelId="{705F8D8F-ACF0-4269-AA89-E924B28030DA}">
      <dgm:prSet custT="1"/>
      <dgm:spPr/>
      <dgm:t>
        <a:bodyPr lIns="109728" tIns="54864" rIns="109728" bIns="54864"/>
        <a:lstStyle/>
        <a:p>
          <a:r>
            <a:rPr lang="en-US" sz="1200"/>
            <a:t>Very low latency per I/O, low power requirements, and very high throughput</a:t>
          </a:r>
        </a:p>
      </dgm:t>
    </dgm:pt>
    <dgm:pt modelId="{61F36A74-2FD7-4186-B2AB-7A55A4D65966}" type="parTrans" cxnId="{F525306B-6A7B-4ECC-946D-75873ACEBCEE}">
      <dgm:prSet/>
      <dgm:spPr/>
      <dgm:t>
        <a:bodyPr/>
        <a:lstStyle/>
        <a:p>
          <a:endParaRPr lang="en-US"/>
        </a:p>
      </dgm:t>
    </dgm:pt>
    <dgm:pt modelId="{6CCA1139-8160-4736-8545-5196490B03C6}" type="sibTrans" cxnId="{F525306B-6A7B-4ECC-946D-75873ACEBCEE}">
      <dgm:prSet/>
      <dgm:spPr/>
      <dgm:t>
        <a:bodyPr/>
        <a:lstStyle/>
        <a:p>
          <a:endParaRPr lang="en-US"/>
        </a:p>
      </dgm:t>
    </dgm:pt>
    <dgm:pt modelId="{BBF8A57F-8386-4F80-BBFF-AD366C111471}">
      <dgm:prSet custT="1"/>
      <dgm:spPr/>
      <dgm:t>
        <a:bodyPr lIns="109728" tIns="54864" rIns="109728" bIns="54864"/>
        <a:lstStyle/>
        <a:p>
          <a:r>
            <a:rPr lang="en-US" sz="1200"/>
            <a:t>Low-cost solution for long term data storage</a:t>
          </a:r>
        </a:p>
      </dgm:t>
    </dgm:pt>
    <dgm:pt modelId="{7BFB447E-C5A7-42D8-9604-C072AC3F9A9C}" type="parTrans" cxnId="{43AA1164-BDBF-4BDA-8397-7F023E85F2D1}">
      <dgm:prSet/>
      <dgm:spPr/>
      <dgm:t>
        <a:bodyPr/>
        <a:lstStyle/>
        <a:p>
          <a:endParaRPr lang="en-US"/>
        </a:p>
      </dgm:t>
    </dgm:pt>
    <dgm:pt modelId="{C3A2FF8E-CFBF-4083-9900-F73049C89E4C}" type="sibTrans" cxnId="{43AA1164-BDBF-4BDA-8397-7F023E85F2D1}">
      <dgm:prSet/>
      <dgm:spPr/>
      <dgm:t>
        <a:bodyPr/>
        <a:lstStyle/>
        <a:p>
          <a:endParaRPr lang="en-US"/>
        </a:p>
      </dgm:t>
    </dgm:pt>
    <dgm:pt modelId="{B584D601-7C22-4DBB-9722-B7B73F1E0307}">
      <dgm:prSet custT="1"/>
      <dgm:spPr/>
      <dgm:t>
        <a:bodyPr lIns="109728" tIns="54864" rIns="109728" bIns="54864"/>
        <a:lstStyle/>
        <a:p>
          <a:r>
            <a:rPr lang="en-US" sz="1200"/>
            <a:t>Low-cost solution for long-term data storage</a:t>
          </a:r>
        </a:p>
      </dgm:t>
    </dgm:pt>
    <dgm:pt modelId="{858FBE9B-5EAC-4A77-B5B8-4D2EA2102FB4}" type="parTrans" cxnId="{8C164936-32A6-4114-9359-8B0E6C736600}">
      <dgm:prSet/>
      <dgm:spPr/>
      <dgm:t>
        <a:bodyPr/>
        <a:lstStyle/>
        <a:p>
          <a:endParaRPr lang="en-US"/>
        </a:p>
      </dgm:t>
    </dgm:pt>
    <dgm:pt modelId="{48D68964-44D1-43E8-B21F-DAB2B2D6D692}" type="sibTrans" cxnId="{8C164936-32A6-4114-9359-8B0E6C736600}">
      <dgm:prSet/>
      <dgm:spPr/>
      <dgm:t>
        <a:bodyPr/>
        <a:lstStyle/>
        <a:p>
          <a:endParaRPr lang="en-US"/>
        </a:p>
      </dgm:t>
    </dgm:pt>
    <dgm:pt modelId="{E2EED1A9-89AD-437B-9C19-5C8882ECA18B}">
      <dgm:prSet phldrT="[Text]" custT="1"/>
      <dgm:spPr/>
      <dgm:t>
        <a:bodyPr lIns="109728" tIns="54864" rIns="109728" bIns="54864"/>
        <a:lstStyle/>
        <a:p>
          <a:r>
            <a:rPr lang="en-US" sz="1200"/>
            <a:t>Stores data on a circular disk with a ferromagnetic coating</a:t>
          </a:r>
        </a:p>
      </dgm:t>
    </dgm:pt>
    <dgm:pt modelId="{9164A035-3F52-426A-BC60-2F7CA5B272F3}" type="parTrans" cxnId="{E1982276-CD2B-481A-8D15-C1D39EAEB987}">
      <dgm:prSet/>
      <dgm:spPr/>
      <dgm:t>
        <a:bodyPr/>
        <a:lstStyle/>
        <a:p>
          <a:endParaRPr lang="en-US"/>
        </a:p>
      </dgm:t>
    </dgm:pt>
    <dgm:pt modelId="{9E108158-DD11-4376-9735-0F270D020E29}" type="sibTrans" cxnId="{E1982276-CD2B-481A-8D15-C1D39EAEB987}">
      <dgm:prSet/>
      <dgm:spPr/>
      <dgm:t>
        <a:bodyPr/>
        <a:lstStyle/>
        <a:p>
          <a:endParaRPr lang="en-US"/>
        </a:p>
      </dgm:t>
    </dgm:pt>
    <dgm:pt modelId="{B0657416-D910-4161-AD55-3F63F47B6E69}">
      <dgm:prSet phldrT="[Text]" custT="1"/>
      <dgm:spPr/>
      <dgm:t>
        <a:bodyPr lIns="109728" tIns="54864" rIns="109728" bIns="54864"/>
        <a:lstStyle/>
        <a:p>
          <a:r>
            <a:rPr lang="en-US" sz="1200"/>
            <a:t>Stores data on a thin plastic film with a magnetic coating</a:t>
          </a:r>
        </a:p>
      </dgm:t>
    </dgm:pt>
    <dgm:pt modelId="{5366F5E4-F50D-4118-9062-6D8269084ED1}" type="parTrans" cxnId="{E73B62EE-64FC-41A3-8C08-91346E5525A1}">
      <dgm:prSet/>
      <dgm:spPr/>
      <dgm:t>
        <a:bodyPr/>
        <a:lstStyle/>
        <a:p>
          <a:endParaRPr lang="en-US"/>
        </a:p>
      </dgm:t>
    </dgm:pt>
    <dgm:pt modelId="{36EA7470-1D42-4E23-B954-4E3DEF9C284E}" type="sibTrans" cxnId="{E73B62EE-64FC-41A3-8C08-91346E5525A1}">
      <dgm:prSet/>
      <dgm:spPr/>
      <dgm:t>
        <a:bodyPr/>
        <a:lstStyle/>
        <a:p>
          <a:endParaRPr lang="en-US"/>
        </a:p>
      </dgm:t>
    </dgm:pt>
    <dgm:pt modelId="{EA7F3E3B-5AAB-465F-AB24-FA24D1A7AA5E}">
      <dgm:prSet phldrT="[Text]" custT="1"/>
      <dgm:spPr/>
      <dgm:t>
        <a:bodyPr lIns="109728" tIns="54864" rIns="109728" bIns="54864"/>
        <a:lstStyle/>
        <a:p>
          <a:r>
            <a:rPr lang="en-US" sz="1200"/>
            <a:t>Stores data on a polycarbonate disc with a reflective coating</a:t>
          </a:r>
        </a:p>
      </dgm:t>
    </dgm:pt>
    <dgm:pt modelId="{079E5796-4C7F-4D6B-AC9C-1EC2FD41008B}" type="parTrans" cxnId="{867A3C8C-9E81-4E70-A192-81F62240694B}">
      <dgm:prSet/>
      <dgm:spPr/>
      <dgm:t>
        <a:bodyPr/>
        <a:lstStyle/>
        <a:p>
          <a:endParaRPr lang="en-US"/>
        </a:p>
      </dgm:t>
    </dgm:pt>
    <dgm:pt modelId="{0D8ABCCD-D636-4F1C-8721-36F13E9F2D28}" type="sibTrans" cxnId="{867A3C8C-9E81-4E70-A192-81F62240694B}">
      <dgm:prSet/>
      <dgm:spPr/>
      <dgm:t>
        <a:bodyPr/>
        <a:lstStyle/>
        <a:p>
          <a:endParaRPr lang="en-US"/>
        </a:p>
      </dgm:t>
    </dgm:pt>
    <dgm:pt modelId="{5B1E25DB-39E0-4933-BD74-0510C0D66099}" type="pres">
      <dgm:prSet presAssocID="{A4DFD065-2FBA-4234-BCF8-C925B2817114}" presName="Name0" presStyleCnt="0">
        <dgm:presLayoutVars>
          <dgm:dir/>
          <dgm:animLvl val="lvl"/>
          <dgm:resizeHandles val="exact"/>
        </dgm:presLayoutVars>
      </dgm:prSet>
      <dgm:spPr/>
      <dgm:t>
        <a:bodyPr/>
        <a:lstStyle/>
        <a:p>
          <a:endParaRPr lang="en-US"/>
        </a:p>
      </dgm:t>
    </dgm:pt>
    <dgm:pt modelId="{BCD07672-96E6-4763-A3C8-B049BBD0191B}" type="pres">
      <dgm:prSet presAssocID="{9C7872EB-5D7C-4735-9901-5B74061F9283}" presName="linNode" presStyleCnt="0"/>
      <dgm:spPr/>
    </dgm:pt>
    <dgm:pt modelId="{E1C507B0-CE90-4E03-B4DF-959306DBB7D4}" type="pres">
      <dgm:prSet presAssocID="{9C7872EB-5D7C-4735-9901-5B74061F9283}" presName="parentText" presStyleLbl="node1" presStyleIdx="0" presStyleCnt="4">
        <dgm:presLayoutVars>
          <dgm:chMax val="1"/>
          <dgm:bulletEnabled val="1"/>
        </dgm:presLayoutVars>
      </dgm:prSet>
      <dgm:spPr/>
      <dgm:t>
        <a:bodyPr/>
        <a:lstStyle/>
        <a:p>
          <a:endParaRPr lang="en-US"/>
        </a:p>
      </dgm:t>
    </dgm:pt>
    <dgm:pt modelId="{3B0AC266-B5BD-49ED-992C-2AC7D9193D50}" type="pres">
      <dgm:prSet presAssocID="{9C7872EB-5D7C-4735-9901-5B74061F9283}" presName="descendantText" presStyleLbl="alignAccFollowNode1" presStyleIdx="0" presStyleCnt="4">
        <dgm:presLayoutVars>
          <dgm:bulletEnabled val="1"/>
        </dgm:presLayoutVars>
      </dgm:prSet>
      <dgm:spPr/>
      <dgm:t>
        <a:bodyPr/>
        <a:lstStyle/>
        <a:p>
          <a:endParaRPr lang="en-US"/>
        </a:p>
      </dgm:t>
    </dgm:pt>
    <dgm:pt modelId="{56EB9B2A-DE28-4701-AC59-5E5AD3297FFA}" type="pres">
      <dgm:prSet presAssocID="{ADBBD08F-67ED-4848-BBF9-9053C6957265}" presName="sp" presStyleCnt="0"/>
      <dgm:spPr/>
    </dgm:pt>
    <dgm:pt modelId="{82E8703B-9389-4707-9CD6-8F7B7455816D}" type="pres">
      <dgm:prSet presAssocID="{CAAE5DB7-5AD0-4C3C-941D-80F392827B3F}" presName="linNode" presStyleCnt="0"/>
      <dgm:spPr/>
    </dgm:pt>
    <dgm:pt modelId="{F5F5DCD5-B94E-4374-9972-CB76AD36F8A2}" type="pres">
      <dgm:prSet presAssocID="{CAAE5DB7-5AD0-4C3C-941D-80F392827B3F}" presName="parentText" presStyleLbl="node1" presStyleIdx="1" presStyleCnt="4">
        <dgm:presLayoutVars>
          <dgm:chMax val="1"/>
          <dgm:bulletEnabled val="1"/>
        </dgm:presLayoutVars>
      </dgm:prSet>
      <dgm:spPr/>
      <dgm:t>
        <a:bodyPr/>
        <a:lstStyle/>
        <a:p>
          <a:endParaRPr lang="en-US"/>
        </a:p>
      </dgm:t>
    </dgm:pt>
    <dgm:pt modelId="{227BF414-BF92-4AC7-8B37-F08BED37A5BA}" type="pres">
      <dgm:prSet presAssocID="{CAAE5DB7-5AD0-4C3C-941D-80F392827B3F}" presName="descendantText" presStyleLbl="alignAccFollowNode1" presStyleIdx="1" presStyleCnt="4">
        <dgm:presLayoutVars>
          <dgm:bulletEnabled val="1"/>
        </dgm:presLayoutVars>
      </dgm:prSet>
      <dgm:spPr/>
      <dgm:t>
        <a:bodyPr/>
        <a:lstStyle/>
        <a:p>
          <a:endParaRPr lang="en-US"/>
        </a:p>
      </dgm:t>
    </dgm:pt>
    <dgm:pt modelId="{D728C519-5F74-4EE9-A664-FAA27C5B3C95}" type="pres">
      <dgm:prSet presAssocID="{930CFCDD-17F1-4EEE-857C-550DD99ABC4B}" presName="sp" presStyleCnt="0"/>
      <dgm:spPr/>
    </dgm:pt>
    <dgm:pt modelId="{CB0A9CEC-4970-4E9A-8D2C-D5476F2E81BE}" type="pres">
      <dgm:prSet presAssocID="{AC398641-F75B-49B0-AAA0-3FDD29796580}" presName="linNode" presStyleCnt="0"/>
      <dgm:spPr/>
    </dgm:pt>
    <dgm:pt modelId="{E8197B1A-9EDC-44B3-B9A6-A286E453E106}" type="pres">
      <dgm:prSet presAssocID="{AC398641-F75B-49B0-AAA0-3FDD29796580}" presName="parentText" presStyleLbl="node1" presStyleIdx="2" presStyleCnt="4">
        <dgm:presLayoutVars>
          <dgm:chMax val="1"/>
          <dgm:bulletEnabled val="1"/>
        </dgm:presLayoutVars>
      </dgm:prSet>
      <dgm:spPr/>
      <dgm:t>
        <a:bodyPr/>
        <a:lstStyle/>
        <a:p>
          <a:endParaRPr lang="en-US"/>
        </a:p>
      </dgm:t>
    </dgm:pt>
    <dgm:pt modelId="{17FDFF8D-5754-40A6-90C0-1FF65591B9FB}" type="pres">
      <dgm:prSet presAssocID="{AC398641-F75B-49B0-AAA0-3FDD29796580}" presName="descendantText" presStyleLbl="alignAccFollowNode1" presStyleIdx="2" presStyleCnt="4">
        <dgm:presLayoutVars>
          <dgm:bulletEnabled val="1"/>
        </dgm:presLayoutVars>
      </dgm:prSet>
      <dgm:spPr/>
      <dgm:t>
        <a:bodyPr/>
        <a:lstStyle/>
        <a:p>
          <a:endParaRPr lang="en-US"/>
        </a:p>
      </dgm:t>
    </dgm:pt>
    <dgm:pt modelId="{B445CC07-F0B6-49C0-8116-9323DF1CFDC9}" type="pres">
      <dgm:prSet presAssocID="{07D91BC0-2E2A-461D-A121-5A51D4452482}" presName="sp" presStyleCnt="0"/>
      <dgm:spPr/>
    </dgm:pt>
    <dgm:pt modelId="{17D0205F-3ACB-4715-9A8B-A9A596954293}" type="pres">
      <dgm:prSet presAssocID="{838439EE-3214-41F9-AC38-30FD25FDBCB5}" presName="linNode" presStyleCnt="0"/>
      <dgm:spPr/>
    </dgm:pt>
    <dgm:pt modelId="{6B00BC4D-46E6-49C4-8822-FDB71BC59661}" type="pres">
      <dgm:prSet presAssocID="{838439EE-3214-41F9-AC38-30FD25FDBCB5}" presName="parentText" presStyleLbl="node1" presStyleIdx="3" presStyleCnt="4">
        <dgm:presLayoutVars>
          <dgm:chMax val="1"/>
          <dgm:bulletEnabled val="1"/>
        </dgm:presLayoutVars>
      </dgm:prSet>
      <dgm:spPr/>
      <dgm:t>
        <a:bodyPr/>
        <a:lstStyle/>
        <a:p>
          <a:endParaRPr lang="en-US"/>
        </a:p>
      </dgm:t>
    </dgm:pt>
    <dgm:pt modelId="{89459BF7-18C8-4DF4-A462-781838CCED8C}" type="pres">
      <dgm:prSet presAssocID="{838439EE-3214-41F9-AC38-30FD25FDBCB5}" presName="descendantText" presStyleLbl="alignAccFollowNode1" presStyleIdx="3" presStyleCnt="4">
        <dgm:presLayoutVars>
          <dgm:bulletEnabled val="1"/>
        </dgm:presLayoutVars>
      </dgm:prSet>
      <dgm:spPr/>
      <dgm:t>
        <a:bodyPr/>
        <a:lstStyle/>
        <a:p>
          <a:endParaRPr lang="en-US"/>
        </a:p>
      </dgm:t>
    </dgm:pt>
  </dgm:ptLst>
  <dgm:cxnLst>
    <dgm:cxn modelId="{A0EBE197-3ACA-49B9-A7EC-AA35F5AEB28E}" type="presOf" srcId="{EA7F3E3B-5AAB-465F-AB24-FA24D1A7AA5E}" destId="{89459BF7-18C8-4DF4-A462-781838CCED8C}" srcOrd="0" destOrd="0" presId="urn:microsoft.com/office/officeart/2005/8/layout/vList5"/>
    <dgm:cxn modelId="{5E2C9552-BAAE-46E5-9BDB-C59A1A426F03}" type="presOf" srcId="{AC398641-F75B-49B0-AAA0-3FDD29796580}" destId="{E8197B1A-9EDC-44B3-B9A6-A286E453E106}" srcOrd="0" destOrd="0" presId="urn:microsoft.com/office/officeart/2005/8/layout/vList5"/>
    <dgm:cxn modelId="{DAEFB446-5D27-4A5B-A9D0-19A03B6BD841}" type="presOf" srcId="{705F8D8F-ACF0-4269-AA89-E924B28030DA}" destId="{227BF414-BF92-4AC7-8B37-F08BED37A5BA}" srcOrd="0" destOrd="1" presId="urn:microsoft.com/office/officeart/2005/8/layout/vList5"/>
    <dgm:cxn modelId="{FC227122-5DF5-4231-A6CD-32FDD077F0F5}" type="presOf" srcId="{A4DFD065-2FBA-4234-BCF8-C925B2817114}" destId="{5B1E25DB-39E0-4933-BD74-0510C0D66099}" srcOrd="0" destOrd="0" presId="urn:microsoft.com/office/officeart/2005/8/layout/vList5"/>
    <dgm:cxn modelId="{AAFB1E70-9B8A-4906-BBAC-F0FFA2062557}" type="presOf" srcId="{B0657416-D910-4161-AD55-3F63F47B6E69}" destId="{17FDFF8D-5754-40A6-90C0-1FF65591B9FB}" srcOrd="0" destOrd="0" presId="urn:microsoft.com/office/officeart/2005/8/layout/vList5"/>
    <dgm:cxn modelId="{CD6A9B65-BBF3-4962-9A12-A1FA8858E054}" srcId="{9C7872EB-5D7C-4735-9901-5B74061F9283}" destId="{D28A0571-94AD-4A8C-8022-8A98D5EA9FC0}" srcOrd="1" destOrd="0" parTransId="{3EF951F3-D35F-457B-81D9-709A140FDCD1}" sibTransId="{ED0AF154-C7D4-44B1-8188-AC9B1E78AFFA}"/>
    <dgm:cxn modelId="{FC198961-96B5-470E-B31B-17D912FDA52A}" type="presOf" srcId="{838439EE-3214-41F9-AC38-30FD25FDBCB5}" destId="{6B00BC4D-46E6-49C4-8822-FDB71BC59661}" srcOrd="0" destOrd="0" presId="urn:microsoft.com/office/officeart/2005/8/layout/vList5"/>
    <dgm:cxn modelId="{8C164936-32A6-4114-9359-8B0E6C736600}" srcId="{838439EE-3214-41F9-AC38-30FD25FDBCB5}" destId="{B584D601-7C22-4DBB-9722-B7B73F1E0307}" srcOrd="2" destOrd="0" parTransId="{858FBE9B-5EAC-4A77-B5B8-4D2EA2102FB4}" sibTransId="{48D68964-44D1-43E8-B21F-DAB2B2D6D692}"/>
    <dgm:cxn modelId="{F525306B-6A7B-4ECC-946D-75873ACEBCEE}" srcId="{CAAE5DB7-5AD0-4C3C-941D-80F392827B3F}" destId="{705F8D8F-ACF0-4269-AA89-E924B28030DA}" srcOrd="1" destOrd="0" parTransId="{61F36A74-2FD7-4186-B2AB-7A55A4D65966}" sibTransId="{6CCA1139-8160-4736-8545-5196490B03C6}"/>
    <dgm:cxn modelId="{5CCAA696-21CF-4C6F-93BE-213E460FB587}" type="presOf" srcId="{1570FD84-DE20-4D45-A3DB-278A6B897D58}" destId="{89459BF7-18C8-4DF4-A462-781838CCED8C}" srcOrd="0" destOrd="1" presId="urn:microsoft.com/office/officeart/2005/8/layout/vList5"/>
    <dgm:cxn modelId="{75A21059-086D-43E1-A661-9D2C12984236}" srcId="{CAAE5DB7-5AD0-4C3C-941D-80F392827B3F}" destId="{C743FFC3-A49F-457E-A1CC-A4D8CB253EDF}" srcOrd="0" destOrd="0" parTransId="{C1B007B0-5FF2-4D81-869A-A2E40CF26344}" sibTransId="{EA0306B6-9F98-4FDB-AD0A-60204F7FB0BA}"/>
    <dgm:cxn modelId="{3645803B-86D5-4A8C-8418-87D9486E0CFB}" type="presOf" srcId="{9C7872EB-5D7C-4735-9901-5B74061F9283}" destId="{E1C507B0-CE90-4E03-B4DF-959306DBB7D4}" srcOrd="0" destOrd="0" presId="urn:microsoft.com/office/officeart/2005/8/layout/vList5"/>
    <dgm:cxn modelId="{12D97723-7961-427D-95AF-DA6216D3442B}" type="presOf" srcId="{D28A0571-94AD-4A8C-8022-8A98D5EA9FC0}" destId="{3B0AC266-B5BD-49ED-992C-2AC7D9193D50}" srcOrd="0" destOrd="1" presId="urn:microsoft.com/office/officeart/2005/8/layout/vList5"/>
    <dgm:cxn modelId="{079F9D88-B995-4A80-9149-74E2C602F0BF}" srcId="{AC398641-F75B-49B0-AAA0-3FDD29796580}" destId="{F754AC32-DFAE-4B7B-A984-8811DD077048}" srcOrd="1" destOrd="0" parTransId="{AC735B69-BAFE-4B81-8A96-4E3027624B57}" sibTransId="{300ED5A2-22C4-458D-9DBF-C3E1020F7AC0}"/>
    <dgm:cxn modelId="{E1982276-CD2B-481A-8D15-C1D39EAEB987}" srcId="{9C7872EB-5D7C-4735-9901-5B74061F9283}" destId="{E2EED1A9-89AD-437B-9C19-5C8882ECA18B}" srcOrd="0" destOrd="0" parTransId="{9164A035-3F52-426A-BC60-2F7CA5B272F3}" sibTransId="{9E108158-DD11-4376-9735-0F270D020E29}"/>
    <dgm:cxn modelId="{8C79AA91-EFF6-4FB9-8DD0-FF6630050DC1}" type="presOf" srcId="{E2EED1A9-89AD-437B-9C19-5C8882ECA18B}" destId="{3B0AC266-B5BD-49ED-992C-2AC7D9193D50}" srcOrd="0" destOrd="0" presId="urn:microsoft.com/office/officeart/2005/8/layout/vList5"/>
    <dgm:cxn modelId="{A8BFD2D5-6355-47DA-9763-DDBB696A043E}" type="presOf" srcId="{BBF8A57F-8386-4F80-BBFF-AD366C111471}" destId="{17FDFF8D-5754-40A6-90C0-1FF65591B9FB}" srcOrd="0" destOrd="2" presId="urn:microsoft.com/office/officeart/2005/8/layout/vList5"/>
    <dgm:cxn modelId="{95A49458-6A1C-4126-AB6D-01B0BF9D545D}" srcId="{A4DFD065-2FBA-4234-BCF8-C925B2817114}" destId="{838439EE-3214-41F9-AC38-30FD25FDBCB5}" srcOrd="3" destOrd="0" parTransId="{350A0F01-3D89-456B-B852-8132A7C9D6B8}" sibTransId="{5D2514EA-A986-4147-AB9D-A386E2D6A16E}"/>
    <dgm:cxn modelId="{E58BA8CA-989C-4C10-9ABD-69683A769387}" type="presOf" srcId="{B584D601-7C22-4DBB-9722-B7B73F1E0307}" destId="{89459BF7-18C8-4DF4-A462-781838CCED8C}" srcOrd="0" destOrd="2" presId="urn:microsoft.com/office/officeart/2005/8/layout/vList5"/>
    <dgm:cxn modelId="{8CBA5A39-C18A-49F9-858E-4C065044BD49}" type="presOf" srcId="{F754AC32-DFAE-4B7B-A984-8811DD077048}" destId="{17FDFF8D-5754-40A6-90C0-1FF65591B9FB}" srcOrd="0" destOrd="1" presId="urn:microsoft.com/office/officeart/2005/8/layout/vList5"/>
    <dgm:cxn modelId="{CB13CD80-7BA6-4124-9463-8B9D77C50A1D}" type="presOf" srcId="{C743FFC3-A49F-457E-A1CC-A4D8CB253EDF}" destId="{227BF414-BF92-4AC7-8B37-F08BED37A5BA}" srcOrd="0" destOrd="0" presId="urn:microsoft.com/office/officeart/2005/8/layout/vList5"/>
    <dgm:cxn modelId="{F3E12819-DFDD-4E41-8672-0FB9C51129EC}" srcId="{A4DFD065-2FBA-4234-BCF8-C925B2817114}" destId="{9C7872EB-5D7C-4735-9901-5B74061F9283}" srcOrd="0" destOrd="0" parTransId="{36B15B97-CAD3-4E39-B95A-3CF0985499F7}" sibTransId="{ADBBD08F-67ED-4848-BBF9-9053C6957265}"/>
    <dgm:cxn modelId="{8491FBBB-574E-48C2-8643-E51DF1AB18B4}" type="presOf" srcId="{27055167-B399-46DE-8742-467157225895}" destId="{3B0AC266-B5BD-49ED-992C-2AC7D9193D50}" srcOrd="0" destOrd="2" presId="urn:microsoft.com/office/officeart/2005/8/layout/vList5"/>
    <dgm:cxn modelId="{43AA1164-BDBF-4BDA-8397-7F023E85F2D1}" srcId="{AC398641-F75B-49B0-AAA0-3FDD29796580}" destId="{BBF8A57F-8386-4F80-BBFF-AD366C111471}" srcOrd="2" destOrd="0" parTransId="{7BFB447E-C5A7-42D8-9604-C072AC3F9A9C}" sibTransId="{C3A2FF8E-CFBF-4083-9900-F73049C89E4C}"/>
    <dgm:cxn modelId="{BA9F5834-43A0-414C-886F-AB5E22D7FD7E}" type="presOf" srcId="{CAAE5DB7-5AD0-4C3C-941D-80F392827B3F}" destId="{F5F5DCD5-B94E-4374-9972-CB76AD36F8A2}" srcOrd="0" destOrd="0" presId="urn:microsoft.com/office/officeart/2005/8/layout/vList5"/>
    <dgm:cxn modelId="{C13B32A0-3B0B-45CB-A0B1-AF577E92E163}" srcId="{838439EE-3214-41F9-AC38-30FD25FDBCB5}" destId="{1570FD84-DE20-4D45-A3DB-278A6B897D58}" srcOrd="1" destOrd="0" parTransId="{7DA2F3D6-091B-43A0-9C11-8E9756B41878}" sibTransId="{3253797F-8417-4DC8-96E4-CCBB03A7DFDB}"/>
    <dgm:cxn modelId="{15EC1F3C-4F33-4385-87B7-B618D4B2AB5C}" srcId="{9C7872EB-5D7C-4735-9901-5B74061F9283}" destId="{27055167-B399-46DE-8742-467157225895}" srcOrd="2" destOrd="0" parTransId="{5DD10E72-C65F-4964-BA11-44A0B42A69EC}" sibTransId="{A78E6A5D-BBEC-4E71-AD86-2A6E158104BC}"/>
    <dgm:cxn modelId="{E73B62EE-64FC-41A3-8C08-91346E5525A1}" srcId="{AC398641-F75B-49B0-AAA0-3FDD29796580}" destId="{B0657416-D910-4161-AD55-3F63F47B6E69}" srcOrd="0" destOrd="0" parTransId="{5366F5E4-F50D-4118-9062-6D8269084ED1}" sibTransId="{36EA7470-1D42-4E23-B954-4E3DEF9C284E}"/>
    <dgm:cxn modelId="{DD6CF901-000B-4F0D-8469-9CB7712D941A}" srcId="{A4DFD065-2FBA-4234-BCF8-C925B2817114}" destId="{CAAE5DB7-5AD0-4C3C-941D-80F392827B3F}" srcOrd="1" destOrd="0" parTransId="{EDFB1E03-1CA6-4920-AF8C-9D77FDFB231A}" sibTransId="{930CFCDD-17F1-4EEE-857C-550DD99ABC4B}"/>
    <dgm:cxn modelId="{867A3C8C-9E81-4E70-A192-81F62240694B}" srcId="{838439EE-3214-41F9-AC38-30FD25FDBCB5}" destId="{EA7F3E3B-5AAB-465F-AB24-FA24D1A7AA5E}" srcOrd="0" destOrd="0" parTransId="{079E5796-4C7F-4D6B-AC9C-1EC2FD41008B}" sibTransId="{0D8ABCCD-D636-4F1C-8721-36F13E9F2D28}"/>
    <dgm:cxn modelId="{E7F166A4-0568-478E-AB87-2D7540EC0F6D}" srcId="{A4DFD065-2FBA-4234-BCF8-C925B2817114}" destId="{AC398641-F75B-49B0-AAA0-3FDD29796580}" srcOrd="2" destOrd="0" parTransId="{1C207FBA-52A1-4559-8466-99CBB9692A60}" sibTransId="{07D91BC0-2E2A-461D-A121-5A51D4452482}"/>
    <dgm:cxn modelId="{25F9EEC3-1202-4C26-BC94-17758E422ECD}" type="presParOf" srcId="{5B1E25DB-39E0-4933-BD74-0510C0D66099}" destId="{BCD07672-96E6-4763-A3C8-B049BBD0191B}" srcOrd="0" destOrd="0" presId="urn:microsoft.com/office/officeart/2005/8/layout/vList5"/>
    <dgm:cxn modelId="{842734E1-1D21-4888-A9D8-2504BED0CD1B}" type="presParOf" srcId="{BCD07672-96E6-4763-A3C8-B049BBD0191B}" destId="{E1C507B0-CE90-4E03-B4DF-959306DBB7D4}" srcOrd="0" destOrd="0" presId="urn:microsoft.com/office/officeart/2005/8/layout/vList5"/>
    <dgm:cxn modelId="{4F61DD7B-C76C-46E2-B63B-7435EDB7651A}" type="presParOf" srcId="{BCD07672-96E6-4763-A3C8-B049BBD0191B}" destId="{3B0AC266-B5BD-49ED-992C-2AC7D9193D50}" srcOrd="1" destOrd="0" presId="urn:microsoft.com/office/officeart/2005/8/layout/vList5"/>
    <dgm:cxn modelId="{9EDF80D4-4378-4559-A46F-0C7153A99FBB}" type="presParOf" srcId="{5B1E25DB-39E0-4933-BD74-0510C0D66099}" destId="{56EB9B2A-DE28-4701-AC59-5E5AD3297FFA}" srcOrd="1" destOrd="0" presId="urn:microsoft.com/office/officeart/2005/8/layout/vList5"/>
    <dgm:cxn modelId="{11B83615-9AEB-4727-8A6E-40968C31538A}" type="presParOf" srcId="{5B1E25DB-39E0-4933-BD74-0510C0D66099}" destId="{82E8703B-9389-4707-9CD6-8F7B7455816D}" srcOrd="2" destOrd="0" presId="urn:microsoft.com/office/officeart/2005/8/layout/vList5"/>
    <dgm:cxn modelId="{AF0744BD-D9D3-4ECA-BD7B-631A58D0E808}" type="presParOf" srcId="{82E8703B-9389-4707-9CD6-8F7B7455816D}" destId="{F5F5DCD5-B94E-4374-9972-CB76AD36F8A2}" srcOrd="0" destOrd="0" presId="urn:microsoft.com/office/officeart/2005/8/layout/vList5"/>
    <dgm:cxn modelId="{35668C42-5B99-466F-A5EA-F8E4EA8D39ED}" type="presParOf" srcId="{82E8703B-9389-4707-9CD6-8F7B7455816D}" destId="{227BF414-BF92-4AC7-8B37-F08BED37A5BA}" srcOrd="1" destOrd="0" presId="urn:microsoft.com/office/officeart/2005/8/layout/vList5"/>
    <dgm:cxn modelId="{9732A440-6750-4431-8C98-CF608EB417FE}" type="presParOf" srcId="{5B1E25DB-39E0-4933-BD74-0510C0D66099}" destId="{D728C519-5F74-4EE9-A664-FAA27C5B3C95}" srcOrd="3" destOrd="0" presId="urn:microsoft.com/office/officeart/2005/8/layout/vList5"/>
    <dgm:cxn modelId="{66AD536A-C9A4-4EE1-8E32-BC1FE080C87F}" type="presParOf" srcId="{5B1E25DB-39E0-4933-BD74-0510C0D66099}" destId="{CB0A9CEC-4970-4E9A-8D2C-D5476F2E81BE}" srcOrd="4" destOrd="0" presId="urn:microsoft.com/office/officeart/2005/8/layout/vList5"/>
    <dgm:cxn modelId="{8F13686A-E798-47E3-8C62-112B42A62F96}" type="presParOf" srcId="{CB0A9CEC-4970-4E9A-8D2C-D5476F2E81BE}" destId="{E8197B1A-9EDC-44B3-B9A6-A286E453E106}" srcOrd="0" destOrd="0" presId="urn:microsoft.com/office/officeart/2005/8/layout/vList5"/>
    <dgm:cxn modelId="{8827D19C-E73A-485A-834B-12AF80781CBA}" type="presParOf" srcId="{CB0A9CEC-4970-4E9A-8D2C-D5476F2E81BE}" destId="{17FDFF8D-5754-40A6-90C0-1FF65591B9FB}" srcOrd="1" destOrd="0" presId="urn:microsoft.com/office/officeart/2005/8/layout/vList5"/>
    <dgm:cxn modelId="{E810D38A-09BA-4DAE-9A17-CD0B6691706D}" type="presParOf" srcId="{5B1E25DB-39E0-4933-BD74-0510C0D66099}" destId="{B445CC07-F0B6-49C0-8116-9323DF1CFDC9}" srcOrd="5" destOrd="0" presId="urn:microsoft.com/office/officeart/2005/8/layout/vList5"/>
    <dgm:cxn modelId="{5AD6FBA9-60BE-4252-B187-974A3E9A6216}" type="presParOf" srcId="{5B1E25DB-39E0-4933-BD74-0510C0D66099}" destId="{17D0205F-3ACB-4715-9A8B-A9A596954293}" srcOrd="6" destOrd="0" presId="urn:microsoft.com/office/officeart/2005/8/layout/vList5"/>
    <dgm:cxn modelId="{3EB9C9D1-3F02-4881-932A-B0FE78709B89}" type="presParOf" srcId="{17D0205F-3ACB-4715-9A8B-A9A596954293}" destId="{6B00BC4D-46E6-49C4-8822-FDB71BC59661}" srcOrd="0" destOrd="0" presId="urn:microsoft.com/office/officeart/2005/8/layout/vList5"/>
    <dgm:cxn modelId="{3295948B-5987-499C-BC1D-F023B41BF821}" type="presParOf" srcId="{17D0205F-3ACB-4715-9A8B-A9A596954293}" destId="{89459BF7-18C8-4DF4-A462-781838CCED8C}" srcOrd="1" destOrd="0" presId="urn:microsoft.com/office/officeart/2005/8/layout/vList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4DFD065-2FBA-4234-BCF8-C925B2817114}"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9C7872EB-5D7C-4735-9901-5B74061F9283}">
      <dgm:prSet phldrT="[Text]" custT="1"/>
      <dgm:spPr>
        <a:solidFill>
          <a:srgbClr val="2C95DD"/>
        </a:solidFill>
      </dgm:spPr>
      <dgm:t>
        <a:bodyPr/>
        <a:lstStyle/>
        <a:p>
          <a:pPr algn="ctr"/>
          <a:r>
            <a:rPr lang="en-US" sz="1500"/>
            <a:t>Magnetic disk drive</a:t>
          </a:r>
        </a:p>
      </dgm:t>
    </dgm:pt>
    <dgm:pt modelId="{36B15B97-CAD3-4E39-B95A-3CF0985499F7}" type="parTrans" cxnId="{F3E12819-DFDD-4E41-8672-0FB9C51129EC}">
      <dgm:prSet/>
      <dgm:spPr/>
      <dgm:t>
        <a:bodyPr/>
        <a:lstStyle/>
        <a:p>
          <a:endParaRPr lang="en-US"/>
        </a:p>
      </dgm:t>
    </dgm:pt>
    <dgm:pt modelId="{ADBBD08F-67ED-4848-BBF9-9053C6957265}" type="sibTrans" cxnId="{F3E12819-DFDD-4E41-8672-0FB9C51129EC}">
      <dgm:prSet/>
      <dgm:spPr/>
      <dgm:t>
        <a:bodyPr/>
        <a:lstStyle/>
        <a:p>
          <a:endParaRPr lang="en-US"/>
        </a:p>
      </dgm:t>
    </dgm:pt>
    <dgm:pt modelId="{1570FD84-DE20-4D45-A3DB-278A6B897D58}">
      <dgm:prSet phldrT="[Text]" custT="1"/>
      <dgm:spPr/>
      <dgm:t>
        <a:bodyPr lIns="109728" tIns="54864" rIns="109728" bIns="54864"/>
        <a:lstStyle/>
        <a:p>
          <a:r>
            <a:rPr lang="en-US" sz="1200"/>
            <a:t>Write Once and Read Many capability: CD, DVD, BD</a:t>
          </a:r>
        </a:p>
      </dgm:t>
    </dgm:pt>
    <dgm:pt modelId="{838439EE-3214-41F9-AC38-30FD25FDBCB5}">
      <dgm:prSet phldrT="[Text]" custT="1"/>
      <dgm:spPr>
        <a:solidFill>
          <a:srgbClr val="2C95DD"/>
        </a:solidFill>
      </dgm:spPr>
      <dgm:t>
        <a:bodyPr/>
        <a:lstStyle/>
        <a:p>
          <a:pPr algn="ctr"/>
          <a:r>
            <a:rPr lang="en-US" sz="1500"/>
            <a:t>Optical disc drive</a:t>
          </a:r>
        </a:p>
      </dgm:t>
    </dgm:pt>
    <dgm:pt modelId="{5D2514EA-A986-4147-AB9D-A386E2D6A16E}" type="sibTrans" cxnId="{95A49458-6A1C-4126-AB6D-01B0BF9D545D}">
      <dgm:prSet/>
      <dgm:spPr/>
      <dgm:t>
        <a:bodyPr/>
        <a:lstStyle/>
        <a:p>
          <a:endParaRPr lang="en-US"/>
        </a:p>
      </dgm:t>
    </dgm:pt>
    <dgm:pt modelId="{350A0F01-3D89-456B-B852-8132A7C9D6B8}" type="parTrans" cxnId="{95A49458-6A1C-4126-AB6D-01B0BF9D545D}">
      <dgm:prSet/>
      <dgm:spPr/>
      <dgm:t>
        <a:bodyPr/>
        <a:lstStyle/>
        <a:p>
          <a:endParaRPr lang="en-US"/>
        </a:p>
      </dgm:t>
    </dgm:pt>
    <dgm:pt modelId="{3253797F-8417-4DC8-96E4-CCBB03A7DFDB}" type="sibTrans" cxnId="{C13B32A0-3B0B-45CB-A0B1-AF577E92E163}">
      <dgm:prSet/>
      <dgm:spPr/>
      <dgm:t>
        <a:bodyPr/>
        <a:lstStyle/>
        <a:p>
          <a:endParaRPr lang="en-US"/>
        </a:p>
      </dgm:t>
    </dgm:pt>
    <dgm:pt modelId="{7DA2F3D6-091B-43A0-9C11-8E9756B41878}" type="parTrans" cxnId="{C13B32A0-3B0B-45CB-A0B1-AF577E92E163}">
      <dgm:prSet/>
      <dgm:spPr/>
      <dgm:t>
        <a:bodyPr/>
        <a:lstStyle/>
        <a:p>
          <a:endParaRPr lang="en-US"/>
        </a:p>
      </dgm:t>
    </dgm:pt>
    <dgm:pt modelId="{F754AC32-DFAE-4B7B-A984-8811DD077048}">
      <dgm:prSet phldrT="[Text]" custT="1"/>
      <dgm:spPr/>
      <dgm:t>
        <a:bodyPr lIns="109728" tIns="54864" rIns="109728" bIns="54864"/>
        <a:lstStyle/>
        <a:p>
          <a:r>
            <a:rPr lang="en-US" sz="1200"/>
            <a:t>Provides only sequential data access</a:t>
          </a:r>
        </a:p>
      </dgm:t>
    </dgm:pt>
    <dgm:pt modelId="{AC398641-F75B-49B0-AAA0-3FDD29796580}">
      <dgm:prSet phldrT="[Text]" custT="1"/>
      <dgm:spPr>
        <a:solidFill>
          <a:srgbClr val="2C95DD"/>
        </a:solidFill>
      </dgm:spPr>
      <dgm:t>
        <a:bodyPr/>
        <a:lstStyle/>
        <a:p>
          <a:pPr algn="ctr"/>
          <a:r>
            <a:rPr lang="en-US" sz="1500"/>
            <a:t>Magnetic tape drive</a:t>
          </a:r>
        </a:p>
      </dgm:t>
    </dgm:pt>
    <dgm:pt modelId="{07D91BC0-2E2A-461D-A121-5A51D4452482}" type="sibTrans" cxnId="{E7F166A4-0568-478E-AB87-2D7540EC0F6D}">
      <dgm:prSet/>
      <dgm:spPr/>
      <dgm:t>
        <a:bodyPr/>
        <a:lstStyle/>
        <a:p>
          <a:endParaRPr lang="en-US"/>
        </a:p>
      </dgm:t>
    </dgm:pt>
    <dgm:pt modelId="{1C207FBA-52A1-4559-8466-99CBB9692A60}" type="parTrans" cxnId="{E7F166A4-0568-478E-AB87-2D7540EC0F6D}">
      <dgm:prSet/>
      <dgm:spPr/>
      <dgm:t>
        <a:bodyPr/>
        <a:lstStyle/>
        <a:p>
          <a:endParaRPr lang="en-US"/>
        </a:p>
      </dgm:t>
    </dgm:pt>
    <dgm:pt modelId="{300ED5A2-22C4-458D-9DBF-C3E1020F7AC0}" type="sibTrans" cxnId="{079F9D88-B995-4A80-9149-74E2C602F0BF}">
      <dgm:prSet/>
      <dgm:spPr/>
      <dgm:t>
        <a:bodyPr/>
        <a:lstStyle/>
        <a:p>
          <a:endParaRPr lang="en-US"/>
        </a:p>
      </dgm:t>
    </dgm:pt>
    <dgm:pt modelId="{AC735B69-BAFE-4B81-8A96-4E3027624B57}" type="parTrans" cxnId="{079F9D88-B995-4A80-9149-74E2C602F0BF}">
      <dgm:prSet/>
      <dgm:spPr/>
      <dgm:t>
        <a:bodyPr/>
        <a:lstStyle/>
        <a:p>
          <a:endParaRPr lang="en-US"/>
        </a:p>
      </dgm:t>
    </dgm:pt>
    <dgm:pt modelId="{C743FFC3-A49F-457E-A1CC-A4D8CB253EDF}">
      <dgm:prSet phldrT="[Text]" custT="1"/>
      <dgm:spPr/>
      <dgm:t>
        <a:bodyPr lIns="109728" tIns="54864" rIns="109728" bIns="54864"/>
        <a:lstStyle/>
        <a:p>
          <a:r>
            <a:rPr lang="en-US" sz="1200"/>
            <a:t>Stores data on a semiconductor-based memory</a:t>
          </a:r>
        </a:p>
      </dgm:t>
    </dgm:pt>
    <dgm:pt modelId="{CAAE5DB7-5AD0-4C3C-941D-80F392827B3F}">
      <dgm:prSet phldrT="[Text]" custT="1"/>
      <dgm:spPr>
        <a:solidFill>
          <a:srgbClr val="2C95DD"/>
        </a:solidFill>
      </dgm:spPr>
      <dgm:t>
        <a:bodyPr/>
        <a:lstStyle/>
        <a:p>
          <a:pPr algn="ctr"/>
          <a:r>
            <a:rPr lang="en-US" sz="1500"/>
            <a:t>Solid-state (flash) drive</a:t>
          </a:r>
        </a:p>
      </dgm:t>
    </dgm:pt>
    <dgm:pt modelId="{930CFCDD-17F1-4EEE-857C-550DD99ABC4B}" type="sibTrans" cxnId="{DD6CF901-000B-4F0D-8469-9CB7712D941A}">
      <dgm:prSet/>
      <dgm:spPr/>
      <dgm:t>
        <a:bodyPr/>
        <a:lstStyle/>
        <a:p>
          <a:endParaRPr lang="en-US"/>
        </a:p>
      </dgm:t>
    </dgm:pt>
    <dgm:pt modelId="{EDFB1E03-1CA6-4920-AF8C-9D77FDFB231A}" type="parTrans" cxnId="{DD6CF901-000B-4F0D-8469-9CB7712D941A}">
      <dgm:prSet/>
      <dgm:spPr/>
      <dgm:t>
        <a:bodyPr/>
        <a:lstStyle/>
        <a:p>
          <a:endParaRPr lang="en-US"/>
        </a:p>
      </dgm:t>
    </dgm:pt>
    <dgm:pt modelId="{EA0306B6-9F98-4FDB-AD0A-60204F7FB0BA}" type="sibTrans" cxnId="{75A21059-086D-43E1-A661-9D2C12984236}">
      <dgm:prSet/>
      <dgm:spPr/>
      <dgm:t>
        <a:bodyPr/>
        <a:lstStyle/>
        <a:p>
          <a:endParaRPr lang="en-US"/>
        </a:p>
      </dgm:t>
    </dgm:pt>
    <dgm:pt modelId="{C1B007B0-5FF2-4D81-869A-A2E40CF26344}" type="parTrans" cxnId="{75A21059-086D-43E1-A661-9D2C12984236}">
      <dgm:prSet/>
      <dgm:spPr/>
      <dgm:t>
        <a:bodyPr/>
        <a:lstStyle/>
        <a:p>
          <a:endParaRPr lang="en-US"/>
        </a:p>
      </dgm:t>
    </dgm:pt>
    <dgm:pt modelId="{D28A0571-94AD-4A8C-8022-8A98D5EA9FC0}">
      <dgm:prSet phldrT="[Text]" custT="1"/>
      <dgm:spPr/>
      <dgm:t>
        <a:bodyPr lIns="109728" tIns="54864" rIns="109728" bIns="54864"/>
        <a:lstStyle/>
        <a:p>
          <a:r>
            <a:rPr lang="en-US" sz="1200"/>
            <a:t>Provides random read/write access</a:t>
          </a:r>
        </a:p>
      </dgm:t>
    </dgm:pt>
    <dgm:pt modelId="{ED0AF154-C7D4-44B1-8188-AC9B1E78AFFA}" type="sibTrans" cxnId="{CD6A9B65-BBF3-4962-9A12-A1FA8858E054}">
      <dgm:prSet/>
      <dgm:spPr/>
      <dgm:t>
        <a:bodyPr/>
        <a:lstStyle/>
        <a:p>
          <a:endParaRPr lang="en-US"/>
        </a:p>
      </dgm:t>
    </dgm:pt>
    <dgm:pt modelId="{3EF951F3-D35F-457B-81D9-709A140FDCD1}" type="parTrans" cxnId="{CD6A9B65-BBF3-4962-9A12-A1FA8858E054}">
      <dgm:prSet/>
      <dgm:spPr/>
      <dgm:t>
        <a:bodyPr/>
        <a:lstStyle/>
        <a:p>
          <a:endParaRPr lang="en-US"/>
        </a:p>
      </dgm:t>
    </dgm:pt>
    <dgm:pt modelId="{27055167-B399-46DE-8742-467157225895}">
      <dgm:prSet custT="1"/>
      <dgm:spPr/>
      <dgm:t>
        <a:bodyPr lIns="109728" tIns="54864" rIns="109728" bIns="54864"/>
        <a:lstStyle/>
        <a:p>
          <a:r>
            <a:rPr lang="en-US" sz="1200"/>
            <a:t>Most popular storage device with large storage capacity</a:t>
          </a:r>
        </a:p>
      </dgm:t>
    </dgm:pt>
    <dgm:pt modelId="{5DD10E72-C65F-4964-BA11-44A0B42A69EC}" type="parTrans" cxnId="{15EC1F3C-4F33-4385-87B7-B618D4B2AB5C}">
      <dgm:prSet/>
      <dgm:spPr/>
      <dgm:t>
        <a:bodyPr/>
        <a:lstStyle/>
        <a:p>
          <a:endParaRPr lang="en-US"/>
        </a:p>
      </dgm:t>
    </dgm:pt>
    <dgm:pt modelId="{A78E6A5D-BBEC-4E71-AD86-2A6E158104BC}" type="sibTrans" cxnId="{15EC1F3C-4F33-4385-87B7-B618D4B2AB5C}">
      <dgm:prSet/>
      <dgm:spPr/>
      <dgm:t>
        <a:bodyPr/>
        <a:lstStyle/>
        <a:p>
          <a:endParaRPr lang="en-US"/>
        </a:p>
      </dgm:t>
    </dgm:pt>
    <dgm:pt modelId="{705F8D8F-ACF0-4269-AA89-E924B28030DA}">
      <dgm:prSet custT="1"/>
      <dgm:spPr/>
      <dgm:t>
        <a:bodyPr lIns="109728" tIns="54864" rIns="109728" bIns="54864"/>
        <a:lstStyle/>
        <a:p>
          <a:r>
            <a:rPr lang="en-US" sz="1200"/>
            <a:t>Very low latency per I/O, low power requirements, and very high throughput</a:t>
          </a:r>
        </a:p>
      </dgm:t>
    </dgm:pt>
    <dgm:pt modelId="{61F36A74-2FD7-4186-B2AB-7A55A4D65966}" type="parTrans" cxnId="{F525306B-6A7B-4ECC-946D-75873ACEBCEE}">
      <dgm:prSet/>
      <dgm:spPr/>
      <dgm:t>
        <a:bodyPr/>
        <a:lstStyle/>
        <a:p>
          <a:endParaRPr lang="en-US"/>
        </a:p>
      </dgm:t>
    </dgm:pt>
    <dgm:pt modelId="{6CCA1139-8160-4736-8545-5196490B03C6}" type="sibTrans" cxnId="{F525306B-6A7B-4ECC-946D-75873ACEBCEE}">
      <dgm:prSet/>
      <dgm:spPr/>
      <dgm:t>
        <a:bodyPr/>
        <a:lstStyle/>
        <a:p>
          <a:endParaRPr lang="en-US"/>
        </a:p>
      </dgm:t>
    </dgm:pt>
    <dgm:pt modelId="{BBF8A57F-8386-4F80-BBFF-AD366C111471}">
      <dgm:prSet custT="1"/>
      <dgm:spPr/>
      <dgm:t>
        <a:bodyPr lIns="109728" tIns="54864" rIns="109728" bIns="54864"/>
        <a:lstStyle/>
        <a:p>
          <a:r>
            <a:rPr lang="en-US" sz="1200"/>
            <a:t>Low-cost solution for long term data storage</a:t>
          </a:r>
        </a:p>
      </dgm:t>
    </dgm:pt>
    <dgm:pt modelId="{7BFB447E-C5A7-42D8-9604-C072AC3F9A9C}" type="parTrans" cxnId="{43AA1164-BDBF-4BDA-8397-7F023E85F2D1}">
      <dgm:prSet/>
      <dgm:spPr/>
      <dgm:t>
        <a:bodyPr/>
        <a:lstStyle/>
        <a:p>
          <a:endParaRPr lang="en-US"/>
        </a:p>
      </dgm:t>
    </dgm:pt>
    <dgm:pt modelId="{C3A2FF8E-CFBF-4083-9900-F73049C89E4C}" type="sibTrans" cxnId="{43AA1164-BDBF-4BDA-8397-7F023E85F2D1}">
      <dgm:prSet/>
      <dgm:spPr/>
      <dgm:t>
        <a:bodyPr/>
        <a:lstStyle/>
        <a:p>
          <a:endParaRPr lang="en-US"/>
        </a:p>
      </dgm:t>
    </dgm:pt>
    <dgm:pt modelId="{B584D601-7C22-4DBB-9722-B7B73F1E0307}">
      <dgm:prSet custT="1"/>
      <dgm:spPr/>
      <dgm:t>
        <a:bodyPr lIns="109728" tIns="54864" rIns="109728" bIns="54864"/>
        <a:lstStyle/>
        <a:p>
          <a:r>
            <a:rPr lang="en-US" sz="1200"/>
            <a:t>Low-cost solution for long-term data storage</a:t>
          </a:r>
        </a:p>
      </dgm:t>
    </dgm:pt>
    <dgm:pt modelId="{858FBE9B-5EAC-4A77-B5B8-4D2EA2102FB4}" type="parTrans" cxnId="{8C164936-32A6-4114-9359-8B0E6C736600}">
      <dgm:prSet/>
      <dgm:spPr/>
      <dgm:t>
        <a:bodyPr/>
        <a:lstStyle/>
        <a:p>
          <a:endParaRPr lang="en-US"/>
        </a:p>
      </dgm:t>
    </dgm:pt>
    <dgm:pt modelId="{48D68964-44D1-43E8-B21F-DAB2B2D6D692}" type="sibTrans" cxnId="{8C164936-32A6-4114-9359-8B0E6C736600}">
      <dgm:prSet/>
      <dgm:spPr/>
      <dgm:t>
        <a:bodyPr/>
        <a:lstStyle/>
        <a:p>
          <a:endParaRPr lang="en-US"/>
        </a:p>
      </dgm:t>
    </dgm:pt>
    <dgm:pt modelId="{E2EED1A9-89AD-437B-9C19-5C8882ECA18B}">
      <dgm:prSet phldrT="[Text]" custT="1"/>
      <dgm:spPr/>
      <dgm:t>
        <a:bodyPr lIns="109728" tIns="54864" rIns="109728" bIns="54864"/>
        <a:lstStyle/>
        <a:p>
          <a:r>
            <a:rPr lang="en-US" sz="1200"/>
            <a:t>Stores data on a circular disk with a ferromagnetic coating</a:t>
          </a:r>
        </a:p>
      </dgm:t>
    </dgm:pt>
    <dgm:pt modelId="{9164A035-3F52-426A-BC60-2F7CA5B272F3}" type="parTrans" cxnId="{E1982276-CD2B-481A-8D15-C1D39EAEB987}">
      <dgm:prSet/>
      <dgm:spPr/>
      <dgm:t>
        <a:bodyPr/>
        <a:lstStyle/>
        <a:p>
          <a:endParaRPr lang="en-US"/>
        </a:p>
      </dgm:t>
    </dgm:pt>
    <dgm:pt modelId="{9E108158-DD11-4376-9735-0F270D020E29}" type="sibTrans" cxnId="{E1982276-CD2B-481A-8D15-C1D39EAEB987}">
      <dgm:prSet/>
      <dgm:spPr/>
      <dgm:t>
        <a:bodyPr/>
        <a:lstStyle/>
        <a:p>
          <a:endParaRPr lang="en-US"/>
        </a:p>
      </dgm:t>
    </dgm:pt>
    <dgm:pt modelId="{B0657416-D910-4161-AD55-3F63F47B6E69}">
      <dgm:prSet phldrT="[Text]" custT="1"/>
      <dgm:spPr/>
      <dgm:t>
        <a:bodyPr lIns="109728" tIns="54864" rIns="109728" bIns="54864"/>
        <a:lstStyle/>
        <a:p>
          <a:r>
            <a:rPr lang="en-US" sz="1200"/>
            <a:t>Stores data on a thin plastic film with a magnetic coating</a:t>
          </a:r>
        </a:p>
      </dgm:t>
    </dgm:pt>
    <dgm:pt modelId="{5366F5E4-F50D-4118-9062-6D8269084ED1}" type="parTrans" cxnId="{E73B62EE-64FC-41A3-8C08-91346E5525A1}">
      <dgm:prSet/>
      <dgm:spPr/>
      <dgm:t>
        <a:bodyPr/>
        <a:lstStyle/>
        <a:p>
          <a:endParaRPr lang="en-US"/>
        </a:p>
      </dgm:t>
    </dgm:pt>
    <dgm:pt modelId="{36EA7470-1D42-4E23-B954-4E3DEF9C284E}" type="sibTrans" cxnId="{E73B62EE-64FC-41A3-8C08-91346E5525A1}">
      <dgm:prSet/>
      <dgm:spPr/>
      <dgm:t>
        <a:bodyPr/>
        <a:lstStyle/>
        <a:p>
          <a:endParaRPr lang="en-US"/>
        </a:p>
      </dgm:t>
    </dgm:pt>
    <dgm:pt modelId="{EA7F3E3B-5AAB-465F-AB24-FA24D1A7AA5E}">
      <dgm:prSet phldrT="[Text]" custT="1"/>
      <dgm:spPr/>
      <dgm:t>
        <a:bodyPr lIns="109728" tIns="54864" rIns="109728" bIns="54864"/>
        <a:lstStyle/>
        <a:p>
          <a:r>
            <a:rPr lang="en-US" sz="1200"/>
            <a:t>Stores data on a polycarbonate disc with a reflective coating</a:t>
          </a:r>
        </a:p>
      </dgm:t>
    </dgm:pt>
    <dgm:pt modelId="{079E5796-4C7F-4D6B-AC9C-1EC2FD41008B}" type="parTrans" cxnId="{867A3C8C-9E81-4E70-A192-81F62240694B}">
      <dgm:prSet/>
      <dgm:spPr/>
      <dgm:t>
        <a:bodyPr/>
        <a:lstStyle/>
        <a:p>
          <a:endParaRPr lang="en-US"/>
        </a:p>
      </dgm:t>
    </dgm:pt>
    <dgm:pt modelId="{0D8ABCCD-D636-4F1C-8721-36F13E9F2D28}" type="sibTrans" cxnId="{867A3C8C-9E81-4E70-A192-81F62240694B}">
      <dgm:prSet/>
      <dgm:spPr/>
      <dgm:t>
        <a:bodyPr/>
        <a:lstStyle/>
        <a:p>
          <a:endParaRPr lang="en-US"/>
        </a:p>
      </dgm:t>
    </dgm:pt>
    <dgm:pt modelId="{5B1E25DB-39E0-4933-BD74-0510C0D66099}" type="pres">
      <dgm:prSet presAssocID="{A4DFD065-2FBA-4234-BCF8-C925B2817114}" presName="Name0" presStyleCnt="0">
        <dgm:presLayoutVars>
          <dgm:dir/>
          <dgm:animLvl val="lvl"/>
          <dgm:resizeHandles val="exact"/>
        </dgm:presLayoutVars>
      </dgm:prSet>
      <dgm:spPr/>
      <dgm:t>
        <a:bodyPr/>
        <a:lstStyle/>
        <a:p>
          <a:endParaRPr lang="en-US"/>
        </a:p>
      </dgm:t>
    </dgm:pt>
    <dgm:pt modelId="{BCD07672-96E6-4763-A3C8-B049BBD0191B}" type="pres">
      <dgm:prSet presAssocID="{9C7872EB-5D7C-4735-9901-5B74061F9283}" presName="linNode" presStyleCnt="0"/>
      <dgm:spPr/>
    </dgm:pt>
    <dgm:pt modelId="{E1C507B0-CE90-4E03-B4DF-959306DBB7D4}" type="pres">
      <dgm:prSet presAssocID="{9C7872EB-5D7C-4735-9901-5B74061F9283}" presName="parentText" presStyleLbl="node1" presStyleIdx="0" presStyleCnt="4">
        <dgm:presLayoutVars>
          <dgm:chMax val="1"/>
          <dgm:bulletEnabled val="1"/>
        </dgm:presLayoutVars>
      </dgm:prSet>
      <dgm:spPr/>
      <dgm:t>
        <a:bodyPr/>
        <a:lstStyle/>
        <a:p>
          <a:endParaRPr lang="en-US"/>
        </a:p>
      </dgm:t>
    </dgm:pt>
    <dgm:pt modelId="{3B0AC266-B5BD-49ED-992C-2AC7D9193D50}" type="pres">
      <dgm:prSet presAssocID="{9C7872EB-5D7C-4735-9901-5B74061F9283}" presName="descendantText" presStyleLbl="alignAccFollowNode1" presStyleIdx="0" presStyleCnt="4">
        <dgm:presLayoutVars>
          <dgm:bulletEnabled val="1"/>
        </dgm:presLayoutVars>
      </dgm:prSet>
      <dgm:spPr/>
      <dgm:t>
        <a:bodyPr/>
        <a:lstStyle/>
        <a:p>
          <a:endParaRPr lang="en-US"/>
        </a:p>
      </dgm:t>
    </dgm:pt>
    <dgm:pt modelId="{56EB9B2A-DE28-4701-AC59-5E5AD3297FFA}" type="pres">
      <dgm:prSet presAssocID="{ADBBD08F-67ED-4848-BBF9-9053C6957265}" presName="sp" presStyleCnt="0"/>
      <dgm:spPr/>
    </dgm:pt>
    <dgm:pt modelId="{82E8703B-9389-4707-9CD6-8F7B7455816D}" type="pres">
      <dgm:prSet presAssocID="{CAAE5DB7-5AD0-4C3C-941D-80F392827B3F}" presName="linNode" presStyleCnt="0"/>
      <dgm:spPr/>
    </dgm:pt>
    <dgm:pt modelId="{F5F5DCD5-B94E-4374-9972-CB76AD36F8A2}" type="pres">
      <dgm:prSet presAssocID="{CAAE5DB7-5AD0-4C3C-941D-80F392827B3F}" presName="parentText" presStyleLbl="node1" presStyleIdx="1" presStyleCnt="4">
        <dgm:presLayoutVars>
          <dgm:chMax val="1"/>
          <dgm:bulletEnabled val="1"/>
        </dgm:presLayoutVars>
      </dgm:prSet>
      <dgm:spPr/>
      <dgm:t>
        <a:bodyPr/>
        <a:lstStyle/>
        <a:p>
          <a:endParaRPr lang="en-US"/>
        </a:p>
      </dgm:t>
    </dgm:pt>
    <dgm:pt modelId="{227BF414-BF92-4AC7-8B37-F08BED37A5BA}" type="pres">
      <dgm:prSet presAssocID="{CAAE5DB7-5AD0-4C3C-941D-80F392827B3F}" presName="descendantText" presStyleLbl="alignAccFollowNode1" presStyleIdx="1" presStyleCnt="4">
        <dgm:presLayoutVars>
          <dgm:bulletEnabled val="1"/>
        </dgm:presLayoutVars>
      </dgm:prSet>
      <dgm:spPr/>
      <dgm:t>
        <a:bodyPr/>
        <a:lstStyle/>
        <a:p>
          <a:endParaRPr lang="en-US"/>
        </a:p>
      </dgm:t>
    </dgm:pt>
    <dgm:pt modelId="{D728C519-5F74-4EE9-A664-FAA27C5B3C95}" type="pres">
      <dgm:prSet presAssocID="{930CFCDD-17F1-4EEE-857C-550DD99ABC4B}" presName="sp" presStyleCnt="0"/>
      <dgm:spPr/>
    </dgm:pt>
    <dgm:pt modelId="{CB0A9CEC-4970-4E9A-8D2C-D5476F2E81BE}" type="pres">
      <dgm:prSet presAssocID="{AC398641-F75B-49B0-AAA0-3FDD29796580}" presName="linNode" presStyleCnt="0"/>
      <dgm:spPr/>
    </dgm:pt>
    <dgm:pt modelId="{E8197B1A-9EDC-44B3-B9A6-A286E453E106}" type="pres">
      <dgm:prSet presAssocID="{AC398641-F75B-49B0-AAA0-3FDD29796580}" presName="parentText" presStyleLbl="node1" presStyleIdx="2" presStyleCnt="4">
        <dgm:presLayoutVars>
          <dgm:chMax val="1"/>
          <dgm:bulletEnabled val="1"/>
        </dgm:presLayoutVars>
      </dgm:prSet>
      <dgm:spPr/>
      <dgm:t>
        <a:bodyPr/>
        <a:lstStyle/>
        <a:p>
          <a:endParaRPr lang="en-US"/>
        </a:p>
      </dgm:t>
    </dgm:pt>
    <dgm:pt modelId="{17FDFF8D-5754-40A6-90C0-1FF65591B9FB}" type="pres">
      <dgm:prSet presAssocID="{AC398641-F75B-49B0-AAA0-3FDD29796580}" presName="descendantText" presStyleLbl="alignAccFollowNode1" presStyleIdx="2" presStyleCnt="4">
        <dgm:presLayoutVars>
          <dgm:bulletEnabled val="1"/>
        </dgm:presLayoutVars>
      </dgm:prSet>
      <dgm:spPr/>
      <dgm:t>
        <a:bodyPr/>
        <a:lstStyle/>
        <a:p>
          <a:endParaRPr lang="en-US"/>
        </a:p>
      </dgm:t>
    </dgm:pt>
    <dgm:pt modelId="{B445CC07-F0B6-49C0-8116-9323DF1CFDC9}" type="pres">
      <dgm:prSet presAssocID="{07D91BC0-2E2A-461D-A121-5A51D4452482}" presName="sp" presStyleCnt="0"/>
      <dgm:spPr/>
    </dgm:pt>
    <dgm:pt modelId="{17D0205F-3ACB-4715-9A8B-A9A596954293}" type="pres">
      <dgm:prSet presAssocID="{838439EE-3214-41F9-AC38-30FD25FDBCB5}" presName="linNode" presStyleCnt="0"/>
      <dgm:spPr/>
    </dgm:pt>
    <dgm:pt modelId="{6B00BC4D-46E6-49C4-8822-FDB71BC59661}" type="pres">
      <dgm:prSet presAssocID="{838439EE-3214-41F9-AC38-30FD25FDBCB5}" presName="parentText" presStyleLbl="node1" presStyleIdx="3" presStyleCnt="4">
        <dgm:presLayoutVars>
          <dgm:chMax val="1"/>
          <dgm:bulletEnabled val="1"/>
        </dgm:presLayoutVars>
      </dgm:prSet>
      <dgm:spPr/>
      <dgm:t>
        <a:bodyPr/>
        <a:lstStyle/>
        <a:p>
          <a:endParaRPr lang="en-US"/>
        </a:p>
      </dgm:t>
    </dgm:pt>
    <dgm:pt modelId="{89459BF7-18C8-4DF4-A462-781838CCED8C}" type="pres">
      <dgm:prSet presAssocID="{838439EE-3214-41F9-AC38-30FD25FDBCB5}" presName="descendantText" presStyleLbl="alignAccFollowNode1" presStyleIdx="3" presStyleCnt="4">
        <dgm:presLayoutVars>
          <dgm:bulletEnabled val="1"/>
        </dgm:presLayoutVars>
      </dgm:prSet>
      <dgm:spPr/>
      <dgm:t>
        <a:bodyPr/>
        <a:lstStyle/>
        <a:p>
          <a:endParaRPr lang="en-US"/>
        </a:p>
      </dgm:t>
    </dgm:pt>
  </dgm:ptLst>
  <dgm:cxnLst>
    <dgm:cxn modelId="{D7CB06F1-F2B7-4F44-8517-8ACD419BCDB9}" type="presOf" srcId="{27055167-B399-46DE-8742-467157225895}" destId="{3B0AC266-B5BD-49ED-992C-2AC7D9193D50}" srcOrd="0" destOrd="2" presId="urn:microsoft.com/office/officeart/2005/8/layout/vList5"/>
    <dgm:cxn modelId="{F3E12819-DFDD-4E41-8672-0FB9C51129EC}" srcId="{A4DFD065-2FBA-4234-BCF8-C925B2817114}" destId="{9C7872EB-5D7C-4735-9901-5B74061F9283}" srcOrd="0" destOrd="0" parTransId="{36B15B97-CAD3-4E39-B95A-3CF0985499F7}" sibTransId="{ADBBD08F-67ED-4848-BBF9-9053C6957265}"/>
    <dgm:cxn modelId="{7DD4888B-927F-49FF-B6D1-007C5659566E}" type="presOf" srcId="{EA7F3E3B-5AAB-465F-AB24-FA24D1A7AA5E}" destId="{89459BF7-18C8-4DF4-A462-781838CCED8C}" srcOrd="0" destOrd="0" presId="urn:microsoft.com/office/officeart/2005/8/layout/vList5"/>
    <dgm:cxn modelId="{8E055A90-7954-43CD-9524-B60F90BB3CBB}" type="presOf" srcId="{9C7872EB-5D7C-4735-9901-5B74061F9283}" destId="{E1C507B0-CE90-4E03-B4DF-959306DBB7D4}" srcOrd="0" destOrd="0" presId="urn:microsoft.com/office/officeart/2005/8/layout/vList5"/>
    <dgm:cxn modelId="{87D5E8EF-24B1-40C1-AB69-7344A942C04D}" type="presOf" srcId="{838439EE-3214-41F9-AC38-30FD25FDBCB5}" destId="{6B00BC4D-46E6-49C4-8822-FDB71BC59661}" srcOrd="0" destOrd="0" presId="urn:microsoft.com/office/officeart/2005/8/layout/vList5"/>
    <dgm:cxn modelId="{DD6CF901-000B-4F0D-8469-9CB7712D941A}" srcId="{A4DFD065-2FBA-4234-BCF8-C925B2817114}" destId="{CAAE5DB7-5AD0-4C3C-941D-80F392827B3F}" srcOrd="1" destOrd="0" parTransId="{EDFB1E03-1CA6-4920-AF8C-9D77FDFB231A}" sibTransId="{930CFCDD-17F1-4EEE-857C-550DD99ABC4B}"/>
    <dgm:cxn modelId="{E73B62EE-64FC-41A3-8C08-91346E5525A1}" srcId="{AC398641-F75B-49B0-AAA0-3FDD29796580}" destId="{B0657416-D910-4161-AD55-3F63F47B6E69}" srcOrd="0" destOrd="0" parTransId="{5366F5E4-F50D-4118-9062-6D8269084ED1}" sibTransId="{36EA7470-1D42-4E23-B954-4E3DEF9C284E}"/>
    <dgm:cxn modelId="{03027579-DF05-4985-9304-83DB0545BC90}" type="presOf" srcId="{B584D601-7C22-4DBB-9722-B7B73F1E0307}" destId="{89459BF7-18C8-4DF4-A462-781838CCED8C}" srcOrd="0" destOrd="2" presId="urn:microsoft.com/office/officeart/2005/8/layout/vList5"/>
    <dgm:cxn modelId="{43AA1164-BDBF-4BDA-8397-7F023E85F2D1}" srcId="{AC398641-F75B-49B0-AAA0-3FDD29796580}" destId="{BBF8A57F-8386-4F80-BBFF-AD366C111471}" srcOrd="2" destOrd="0" parTransId="{7BFB447E-C5A7-42D8-9604-C072AC3F9A9C}" sibTransId="{C3A2FF8E-CFBF-4083-9900-F73049C89E4C}"/>
    <dgm:cxn modelId="{E036ED17-3219-4118-BC7D-14CCB00EB67C}" type="presOf" srcId="{705F8D8F-ACF0-4269-AA89-E924B28030DA}" destId="{227BF414-BF92-4AC7-8B37-F08BED37A5BA}" srcOrd="0" destOrd="1" presId="urn:microsoft.com/office/officeart/2005/8/layout/vList5"/>
    <dgm:cxn modelId="{E1982276-CD2B-481A-8D15-C1D39EAEB987}" srcId="{9C7872EB-5D7C-4735-9901-5B74061F9283}" destId="{E2EED1A9-89AD-437B-9C19-5C8882ECA18B}" srcOrd="0" destOrd="0" parTransId="{9164A035-3F52-426A-BC60-2F7CA5B272F3}" sibTransId="{9E108158-DD11-4376-9735-0F270D020E29}"/>
    <dgm:cxn modelId="{C13B32A0-3B0B-45CB-A0B1-AF577E92E163}" srcId="{838439EE-3214-41F9-AC38-30FD25FDBCB5}" destId="{1570FD84-DE20-4D45-A3DB-278A6B897D58}" srcOrd="1" destOrd="0" parTransId="{7DA2F3D6-091B-43A0-9C11-8E9756B41878}" sibTransId="{3253797F-8417-4DC8-96E4-CCBB03A7DFDB}"/>
    <dgm:cxn modelId="{DA24CF3F-5C29-4E2F-8068-F9C119D35D03}" type="presOf" srcId="{F754AC32-DFAE-4B7B-A984-8811DD077048}" destId="{17FDFF8D-5754-40A6-90C0-1FF65591B9FB}" srcOrd="0" destOrd="1" presId="urn:microsoft.com/office/officeart/2005/8/layout/vList5"/>
    <dgm:cxn modelId="{93DE2E9D-CF09-4F54-80E2-D701F4349994}" type="presOf" srcId="{AC398641-F75B-49B0-AAA0-3FDD29796580}" destId="{E8197B1A-9EDC-44B3-B9A6-A286E453E106}" srcOrd="0" destOrd="0" presId="urn:microsoft.com/office/officeart/2005/8/layout/vList5"/>
    <dgm:cxn modelId="{670D9174-2D86-43B2-B0D1-72572151BC81}" type="presOf" srcId="{D28A0571-94AD-4A8C-8022-8A98D5EA9FC0}" destId="{3B0AC266-B5BD-49ED-992C-2AC7D9193D50}" srcOrd="0" destOrd="1" presId="urn:microsoft.com/office/officeart/2005/8/layout/vList5"/>
    <dgm:cxn modelId="{75A21059-086D-43E1-A661-9D2C12984236}" srcId="{CAAE5DB7-5AD0-4C3C-941D-80F392827B3F}" destId="{C743FFC3-A49F-457E-A1CC-A4D8CB253EDF}" srcOrd="0" destOrd="0" parTransId="{C1B007B0-5FF2-4D81-869A-A2E40CF26344}" sibTransId="{EA0306B6-9F98-4FDB-AD0A-60204F7FB0BA}"/>
    <dgm:cxn modelId="{3F7FCDF1-27C9-4803-B6F9-685D1E8C413A}" type="presOf" srcId="{C743FFC3-A49F-457E-A1CC-A4D8CB253EDF}" destId="{227BF414-BF92-4AC7-8B37-F08BED37A5BA}" srcOrd="0" destOrd="0" presId="urn:microsoft.com/office/officeart/2005/8/layout/vList5"/>
    <dgm:cxn modelId="{F525306B-6A7B-4ECC-946D-75873ACEBCEE}" srcId="{CAAE5DB7-5AD0-4C3C-941D-80F392827B3F}" destId="{705F8D8F-ACF0-4269-AA89-E924B28030DA}" srcOrd="1" destOrd="0" parTransId="{61F36A74-2FD7-4186-B2AB-7A55A4D65966}" sibTransId="{6CCA1139-8160-4736-8545-5196490B03C6}"/>
    <dgm:cxn modelId="{4A53B230-6F12-4426-B491-F00CFE1B2ED7}" type="presOf" srcId="{CAAE5DB7-5AD0-4C3C-941D-80F392827B3F}" destId="{F5F5DCD5-B94E-4374-9972-CB76AD36F8A2}" srcOrd="0" destOrd="0" presId="urn:microsoft.com/office/officeart/2005/8/layout/vList5"/>
    <dgm:cxn modelId="{CD6A9B65-BBF3-4962-9A12-A1FA8858E054}" srcId="{9C7872EB-5D7C-4735-9901-5B74061F9283}" destId="{D28A0571-94AD-4A8C-8022-8A98D5EA9FC0}" srcOrd="1" destOrd="0" parTransId="{3EF951F3-D35F-457B-81D9-709A140FDCD1}" sibTransId="{ED0AF154-C7D4-44B1-8188-AC9B1E78AFFA}"/>
    <dgm:cxn modelId="{83358C4D-2D35-4DEF-83D0-112C9756D58E}" type="presOf" srcId="{E2EED1A9-89AD-437B-9C19-5C8882ECA18B}" destId="{3B0AC266-B5BD-49ED-992C-2AC7D9193D50}" srcOrd="0" destOrd="0" presId="urn:microsoft.com/office/officeart/2005/8/layout/vList5"/>
    <dgm:cxn modelId="{533FC50B-5C7D-4BB3-8490-7D74DE2A1EEF}" type="presOf" srcId="{1570FD84-DE20-4D45-A3DB-278A6B897D58}" destId="{89459BF7-18C8-4DF4-A462-781838CCED8C}" srcOrd="0" destOrd="1" presId="urn:microsoft.com/office/officeart/2005/8/layout/vList5"/>
    <dgm:cxn modelId="{95A49458-6A1C-4126-AB6D-01B0BF9D545D}" srcId="{A4DFD065-2FBA-4234-BCF8-C925B2817114}" destId="{838439EE-3214-41F9-AC38-30FD25FDBCB5}" srcOrd="3" destOrd="0" parTransId="{350A0F01-3D89-456B-B852-8132A7C9D6B8}" sibTransId="{5D2514EA-A986-4147-AB9D-A386E2D6A16E}"/>
    <dgm:cxn modelId="{80F23AD1-A2C4-4B26-A458-FF2907CCA634}" type="presOf" srcId="{B0657416-D910-4161-AD55-3F63F47B6E69}" destId="{17FDFF8D-5754-40A6-90C0-1FF65591B9FB}" srcOrd="0" destOrd="0" presId="urn:microsoft.com/office/officeart/2005/8/layout/vList5"/>
    <dgm:cxn modelId="{0DDC6CDD-322A-4FFC-B45D-25C4ADA59BEE}" type="presOf" srcId="{BBF8A57F-8386-4F80-BBFF-AD366C111471}" destId="{17FDFF8D-5754-40A6-90C0-1FF65591B9FB}" srcOrd="0" destOrd="2" presId="urn:microsoft.com/office/officeart/2005/8/layout/vList5"/>
    <dgm:cxn modelId="{D9D82742-FF56-45DC-9234-14602786D4BE}" type="presOf" srcId="{A4DFD065-2FBA-4234-BCF8-C925B2817114}" destId="{5B1E25DB-39E0-4933-BD74-0510C0D66099}" srcOrd="0" destOrd="0" presId="urn:microsoft.com/office/officeart/2005/8/layout/vList5"/>
    <dgm:cxn modelId="{079F9D88-B995-4A80-9149-74E2C602F0BF}" srcId="{AC398641-F75B-49B0-AAA0-3FDD29796580}" destId="{F754AC32-DFAE-4B7B-A984-8811DD077048}" srcOrd="1" destOrd="0" parTransId="{AC735B69-BAFE-4B81-8A96-4E3027624B57}" sibTransId="{300ED5A2-22C4-458D-9DBF-C3E1020F7AC0}"/>
    <dgm:cxn modelId="{15EC1F3C-4F33-4385-87B7-B618D4B2AB5C}" srcId="{9C7872EB-5D7C-4735-9901-5B74061F9283}" destId="{27055167-B399-46DE-8742-467157225895}" srcOrd="2" destOrd="0" parTransId="{5DD10E72-C65F-4964-BA11-44A0B42A69EC}" sibTransId="{A78E6A5D-BBEC-4E71-AD86-2A6E158104BC}"/>
    <dgm:cxn modelId="{E7F166A4-0568-478E-AB87-2D7540EC0F6D}" srcId="{A4DFD065-2FBA-4234-BCF8-C925B2817114}" destId="{AC398641-F75B-49B0-AAA0-3FDD29796580}" srcOrd="2" destOrd="0" parTransId="{1C207FBA-52A1-4559-8466-99CBB9692A60}" sibTransId="{07D91BC0-2E2A-461D-A121-5A51D4452482}"/>
    <dgm:cxn modelId="{867A3C8C-9E81-4E70-A192-81F62240694B}" srcId="{838439EE-3214-41F9-AC38-30FD25FDBCB5}" destId="{EA7F3E3B-5AAB-465F-AB24-FA24D1A7AA5E}" srcOrd="0" destOrd="0" parTransId="{079E5796-4C7F-4D6B-AC9C-1EC2FD41008B}" sibTransId="{0D8ABCCD-D636-4F1C-8721-36F13E9F2D28}"/>
    <dgm:cxn modelId="{8C164936-32A6-4114-9359-8B0E6C736600}" srcId="{838439EE-3214-41F9-AC38-30FD25FDBCB5}" destId="{B584D601-7C22-4DBB-9722-B7B73F1E0307}" srcOrd="2" destOrd="0" parTransId="{858FBE9B-5EAC-4A77-B5B8-4D2EA2102FB4}" sibTransId="{48D68964-44D1-43E8-B21F-DAB2B2D6D692}"/>
    <dgm:cxn modelId="{8438D831-C134-4031-AC91-BA04878F1D1D}" type="presParOf" srcId="{5B1E25DB-39E0-4933-BD74-0510C0D66099}" destId="{BCD07672-96E6-4763-A3C8-B049BBD0191B}" srcOrd="0" destOrd="0" presId="urn:microsoft.com/office/officeart/2005/8/layout/vList5"/>
    <dgm:cxn modelId="{1994AA53-7595-4A36-97D7-71337E785BA7}" type="presParOf" srcId="{BCD07672-96E6-4763-A3C8-B049BBD0191B}" destId="{E1C507B0-CE90-4E03-B4DF-959306DBB7D4}" srcOrd="0" destOrd="0" presId="urn:microsoft.com/office/officeart/2005/8/layout/vList5"/>
    <dgm:cxn modelId="{1E831202-2D6B-4402-8C57-84C94F57C090}" type="presParOf" srcId="{BCD07672-96E6-4763-A3C8-B049BBD0191B}" destId="{3B0AC266-B5BD-49ED-992C-2AC7D9193D50}" srcOrd="1" destOrd="0" presId="urn:microsoft.com/office/officeart/2005/8/layout/vList5"/>
    <dgm:cxn modelId="{EFE2A109-AA2E-4F1F-8EF1-1B65C9D916B1}" type="presParOf" srcId="{5B1E25DB-39E0-4933-BD74-0510C0D66099}" destId="{56EB9B2A-DE28-4701-AC59-5E5AD3297FFA}" srcOrd="1" destOrd="0" presId="urn:microsoft.com/office/officeart/2005/8/layout/vList5"/>
    <dgm:cxn modelId="{84F69410-8554-4560-917C-EB733F692CCA}" type="presParOf" srcId="{5B1E25DB-39E0-4933-BD74-0510C0D66099}" destId="{82E8703B-9389-4707-9CD6-8F7B7455816D}" srcOrd="2" destOrd="0" presId="urn:microsoft.com/office/officeart/2005/8/layout/vList5"/>
    <dgm:cxn modelId="{1425EC53-1BC5-41FB-9245-4153A92AD379}" type="presParOf" srcId="{82E8703B-9389-4707-9CD6-8F7B7455816D}" destId="{F5F5DCD5-B94E-4374-9972-CB76AD36F8A2}" srcOrd="0" destOrd="0" presId="urn:microsoft.com/office/officeart/2005/8/layout/vList5"/>
    <dgm:cxn modelId="{D43FAFAF-A1E9-4F87-A525-0834442793AB}" type="presParOf" srcId="{82E8703B-9389-4707-9CD6-8F7B7455816D}" destId="{227BF414-BF92-4AC7-8B37-F08BED37A5BA}" srcOrd="1" destOrd="0" presId="urn:microsoft.com/office/officeart/2005/8/layout/vList5"/>
    <dgm:cxn modelId="{6C3AF340-68B7-4B16-8ED6-01EB7F1A518F}" type="presParOf" srcId="{5B1E25DB-39E0-4933-BD74-0510C0D66099}" destId="{D728C519-5F74-4EE9-A664-FAA27C5B3C95}" srcOrd="3" destOrd="0" presId="urn:microsoft.com/office/officeart/2005/8/layout/vList5"/>
    <dgm:cxn modelId="{BD71D1A3-D9C1-4E16-8071-F8C0E3C6174F}" type="presParOf" srcId="{5B1E25DB-39E0-4933-BD74-0510C0D66099}" destId="{CB0A9CEC-4970-4E9A-8D2C-D5476F2E81BE}" srcOrd="4" destOrd="0" presId="urn:microsoft.com/office/officeart/2005/8/layout/vList5"/>
    <dgm:cxn modelId="{40E289D9-DB98-464A-93ED-C562F05B4B81}" type="presParOf" srcId="{CB0A9CEC-4970-4E9A-8D2C-D5476F2E81BE}" destId="{E8197B1A-9EDC-44B3-B9A6-A286E453E106}" srcOrd="0" destOrd="0" presId="urn:microsoft.com/office/officeart/2005/8/layout/vList5"/>
    <dgm:cxn modelId="{4B013D67-85F9-4F6B-AC74-545292FD354A}" type="presParOf" srcId="{CB0A9CEC-4970-4E9A-8D2C-D5476F2E81BE}" destId="{17FDFF8D-5754-40A6-90C0-1FF65591B9FB}" srcOrd="1" destOrd="0" presId="urn:microsoft.com/office/officeart/2005/8/layout/vList5"/>
    <dgm:cxn modelId="{B013CD05-4501-4190-8AF7-C24CC452DCEC}" type="presParOf" srcId="{5B1E25DB-39E0-4933-BD74-0510C0D66099}" destId="{B445CC07-F0B6-49C0-8116-9323DF1CFDC9}" srcOrd="5" destOrd="0" presId="urn:microsoft.com/office/officeart/2005/8/layout/vList5"/>
    <dgm:cxn modelId="{E3B262B3-807C-45BB-8AD6-1C94EAB08A6B}" type="presParOf" srcId="{5B1E25DB-39E0-4933-BD74-0510C0D66099}" destId="{17D0205F-3ACB-4715-9A8B-A9A596954293}" srcOrd="6" destOrd="0" presId="urn:microsoft.com/office/officeart/2005/8/layout/vList5"/>
    <dgm:cxn modelId="{A76E000F-ABC7-43D9-973F-01B5C9FEB7AF}" type="presParOf" srcId="{17D0205F-3ACB-4715-9A8B-A9A596954293}" destId="{6B00BC4D-46E6-49C4-8822-FDB71BC59661}" srcOrd="0" destOrd="0" presId="urn:microsoft.com/office/officeart/2005/8/layout/vList5"/>
    <dgm:cxn modelId="{88D779F7-9FD1-48CE-A1B3-3896F3DCF56B}" type="presParOf" srcId="{17D0205F-3ACB-4715-9A8B-A9A596954293}" destId="{89459BF7-18C8-4DF4-A462-781838CCED8C}" srcOrd="1" destOrd="0" presId="urn:microsoft.com/office/officeart/2005/8/layout/vList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4DFD065-2FBA-4234-BCF8-C925B2817114}"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9C7872EB-5D7C-4735-9901-5B74061F9283}">
      <dgm:prSet phldrT="[Text]" custT="1"/>
      <dgm:spPr>
        <a:solidFill>
          <a:srgbClr val="2C95DD"/>
        </a:solidFill>
      </dgm:spPr>
      <dgm:t>
        <a:bodyPr/>
        <a:lstStyle/>
        <a:p>
          <a:pPr algn="ctr"/>
          <a:r>
            <a:rPr lang="en-US" sz="1500"/>
            <a:t>RAID 0</a:t>
          </a:r>
        </a:p>
      </dgm:t>
    </dgm:pt>
    <dgm:pt modelId="{36B15B97-CAD3-4E39-B95A-3CF0985499F7}" type="parTrans" cxnId="{F3E12819-DFDD-4E41-8672-0FB9C51129EC}">
      <dgm:prSet/>
      <dgm:spPr/>
      <dgm:t>
        <a:bodyPr/>
        <a:lstStyle/>
        <a:p>
          <a:endParaRPr lang="en-US"/>
        </a:p>
      </dgm:t>
    </dgm:pt>
    <dgm:pt modelId="{ADBBD08F-67ED-4848-BBF9-9053C6957265}" type="sibTrans" cxnId="{F3E12819-DFDD-4E41-8672-0FB9C51129EC}">
      <dgm:prSet/>
      <dgm:spPr/>
      <dgm:t>
        <a:bodyPr/>
        <a:lstStyle/>
        <a:p>
          <a:endParaRPr lang="en-US"/>
        </a:p>
      </dgm:t>
    </dgm:pt>
    <dgm:pt modelId="{D28A0571-94AD-4A8C-8022-8A98D5EA9FC0}">
      <dgm:prSet phldrT="[Text]" custT="1"/>
      <dgm:spPr/>
      <dgm:t>
        <a:bodyPr lIns="109728" tIns="54864" rIns="109728" bIns="54864"/>
        <a:lstStyle/>
        <a:p>
          <a:r>
            <a:rPr lang="en-US" sz="1200"/>
            <a:t>Striped set with no fault tolerance</a:t>
          </a:r>
        </a:p>
      </dgm:t>
    </dgm:pt>
    <dgm:pt modelId="{3EF951F3-D35F-457B-81D9-709A140FDCD1}" type="parTrans" cxnId="{CD6A9B65-BBF3-4962-9A12-A1FA8858E054}">
      <dgm:prSet/>
      <dgm:spPr/>
      <dgm:t>
        <a:bodyPr/>
        <a:lstStyle/>
        <a:p>
          <a:endParaRPr lang="en-US"/>
        </a:p>
      </dgm:t>
    </dgm:pt>
    <dgm:pt modelId="{ED0AF154-C7D4-44B1-8188-AC9B1E78AFFA}" type="sibTrans" cxnId="{CD6A9B65-BBF3-4962-9A12-A1FA8858E054}">
      <dgm:prSet/>
      <dgm:spPr/>
      <dgm:t>
        <a:bodyPr/>
        <a:lstStyle/>
        <a:p>
          <a:endParaRPr lang="en-US"/>
        </a:p>
      </dgm:t>
    </dgm:pt>
    <dgm:pt modelId="{CAAE5DB7-5AD0-4C3C-941D-80F392827B3F}">
      <dgm:prSet phldrT="[Text]" custT="1"/>
      <dgm:spPr>
        <a:solidFill>
          <a:srgbClr val="2C95DD"/>
        </a:solidFill>
      </dgm:spPr>
      <dgm:t>
        <a:bodyPr/>
        <a:lstStyle/>
        <a:p>
          <a:pPr algn="ctr"/>
          <a:r>
            <a:rPr lang="en-US" sz="1500"/>
            <a:t>RAID 1 </a:t>
          </a:r>
        </a:p>
      </dgm:t>
    </dgm:pt>
    <dgm:pt modelId="{EDFB1E03-1CA6-4920-AF8C-9D77FDFB231A}" type="parTrans" cxnId="{DD6CF901-000B-4F0D-8469-9CB7712D941A}">
      <dgm:prSet/>
      <dgm:spPr/>
      <dgm:t>
        <a:bodyPr/>
        <a:lstStyle/>
        <a:p>
          <a:endParaRPr lang="en-US"/>
        </a:p>
      </dgm:t>
    </dgm:pt>
    <dgm:pt modelId="{930CFCDD-17F1-4EEE-857C-550DD99ABC4B}" type="sibTrans" cxnId="{DD6CF901-000B-4F0D-8469-9CB7712D941A}">
      <dgm:prSet/>
      <dgm:spPr/>
      <dgm:t>
        <a:bodyPr/>
        <a:lstStyle/>
        <a:p>
          <a:endParaRPr lang="en-US"/>
        </a:p>
      </dgm:t>
    </dgm:pt>
    <dgm:pt modelId="{C743FFC3-A49F-457E-A1CC-A4D8CB253EDF}">
      <dgm:prSet phldrT="[Text]" custT="1"/>
      <dgm:spPr/>
      <dgm:t>
        <a:bodyPr lIns="109728" tIns="54864" rIns="109728" bIns="54864"/>
        <a:lstStyle/>
        <a:p>
          <a:r>
            <a:rPr lang="en-US" sz="1200"/>
            <a:t>Disk mirroring</a:t>
          </a:r>
        </a:p>
      </dgm:t>
    </dgm:pt>
    <dgm:pt modelId="{C1B007B0-5FF2-4D81-869A-A2E40CF26344}" type="parTrans" cxnId="{75A21059-086D-43E1-A661-9D2C12984236}">
      <dgm:prSet/>
      <dgm:spPr/>
      <dgm:t>
        <a:bodyPr/>
        <a:lstStyle/>
        <a:p>
          <a:endParaRPr lang="en-US"/>
        </a:p>
      </dgm:t>
    </dgm:pt>
    <dgm:pt modelId="{EA0306B6-9F98-4FDB-AD0A-60204F7FB0BA}" type="sibTrans" cxnId="{75A21059-086D-43E1-A661-9D2C12984236}">
      <dgm:prSet/>
      <dgm:spPr/>
      <dgm:t>
        <a:bodyPr/>
        <a:lstStyle/>
        <a:p>
          <a:endParaRPr lang="en-US"/>
        </a:p>
      </dgm:t>
    </dgm:pt>
    <dgm:pt modelId="{AC398641-F75B-49B0-AAA0-3FDD29796580}">
      <dgm:prSet phldrT="[Text]" custT="1"/>
      <dgm:spPr>
        <a:solidFill>
          <a:srgbClr val="2C95DD"/>
        </a:solidFill>
      </dgm:spPr>
      <dgm:t>
        <a:bodyPr/>
        <a:lstStyle/>
        <a:p>
          <a:pPr algn="ctr"/>
          <a:r>
            <a:rPr lang="en-US" sz="1500"/>
            <a:t>RAID 1+0 </a:t>
          </a:r>
        </a:p>
      </dgm:t>
    </dgm:pt>
    <dgm:pt modelId="{1C207FBA-52A1-4559-8466-99CBB9692A60}" type="parTrans" cxnId="{E7F166A4-0568-478E-AB87-2D7540EC0F6D}">
      <dgm:prSet/>
      <dgm:spPr/>
      <dgm:t>
        <a:bodyPr/>
        <a:lstStyle/>
        <a:p>
          <a:endParaRPr lang="en-US"/>
        </a:p>
      </dgm:t>
    </dgm:pt>
    <dgm:pt modelId="{07D91BC0-2E2A-461D-A121-5A51D4452482}" type="sibTrans" cxnId="{E7F166A4-0568-478E-AB87-2D7540EC0F6D}">
      <dgm:prSet/>
      <dgm:spPr/>
      <dgm:t>
        <a:bodyPr/>
        <a:lstStyle/>
        <a:p>
          <a:endParaRPr lang="en-US"/>
        </a:p>
      </dgm:t>
    </dgm:pt>
    <dgm:pt modelId="{F754AC32-DFAE-4B7B-A984-8811DD077048}">
      <dgm:prSet phldrT="[Text]" custT="1"/>
      <dgm:spPr/>
      <dgm:t>
        <a:bodyPr lIns="109728" tIns="54864" rIns="109728" bIns="54864"/>
        <a:lstStyle/>
        <a:p>
          <a:r>
            <a:rPr lang="en-US" sz="1200"/>
            <a:t>Nested RAID (striping and mirroring)</a:t>
          </a:r>
        </a:p>
      </dgm:t>
    </dgm:pt>
    <dgm:pt modelId="{AC735B69-BAFE-4B81-8A96-4E3027624B57}" type="parTrans" cxnId="{079F9D88-B995-4A80-9149-74E2C602F0BF}">
      <dgm:prSet/>
      <dgm:spPr/>
      <dgm:t>
        <a:bodyPr/>
        <a:lstStyle/>
        <a:p>
          <a:endParaRPr lang="en-US"/>
        </a:p>
      </dgm:t>
    </dgm:pt>
    <dgm:pt modelId="{300ED5A2-22C4-458D-9DBF-C3E1020F7AC0}" type="sibTrans" cxnId="{079F9D88-B995-4A80-9149-74E2C602F0BF}">
      <dgm:prSet/>
      <dgm:spPr/>
      <dgm:t>
        <a:bodyPr/>
        <a:lstStyle/>
        <a:p>
          <a:endParaRPr lang="en-US"/>
        </a:p>
      </dgm:t>
    </dgm:pt>
    <dgm:pt modelId="{838439EE-3214-41F9-AC38-30FD25FDBCB5}">
      <dgm:prSet phldrT="[Text]" custT="1"/>
      <dgm:spPr>
        <a:solidFill>
          <a:srgbClr val="2C95DD"/>
        </a:solidFill>
      </dgm:spPr>
      <dgm:t>
        <a:bodyPr/>
        <a:lstStyle/>
        <a:p>
          <a:pPr algn="ctr"/>
          <a:r>
            <a:rPr lang="en-US" sz="1500"/>
            <a:t>RAID 3 </a:t>
          </a:r>
        </a:p>
      </dgm:t>
    </dgm:pt>
    <dgm:pt modelId="{350A0F01-3D89-456B-B852-8132A7C9D6B8}" type="parTrans" cxnId="{95A49458-6A1C-4126-AB6D-01B0BF9D545D}">
      <dgm:prSet/>
      <dgm:spPr/>
      <dgm:t>
        <a:bodyPr/>
        <a:lstStyle/>
        <a:p>
          <a:endParaRPr lang="en-US"/>
        </a:p>
      </dgm:t>
    </dgm:pt>
    <dgm:pt modelId="{5D2514EA-A986-4147-AB9D-A386E2D6A16E}" type="sibTrans" cxnId="{95A49458-6A1C-4126-AB6D-01B0BF9D545D}">
      <dgm:prSet/>
      <dgm:spPr/>
      <dgm:t>
        <a:bodyPr/>
        <a:lstStyle/>
        <a:p>
          <a:endParaRPr lang="en-US"/>
        </a:p>
      </dgm:t>
    </dgm:pt>
    <dgm:pt modelId="{1570FD84-DE20-4D45-A3DB-278A6B897D58}">
      <dgm:prSet phldrT="[Text]" custT="1"/>
      <dgm:spPr/>
      <dgm:t>
        <a:bodyPr lIns="109728" tIns="54864" rIns="109728" bIns="54864"/>
        <a:lstStyle/>
        <a:p>
          <a:r>
            <a:rPr lang="en-US" sz="1200"/>
            <a:t>Striped set with parallel access and a dedicated parity disk</a:t>
          </a:r>
        </a:p>
      </dgm:t>
    </dgm:pt>
    <dgm:pt modelId="{7DA2F3D6-091B-43A0-9C11-8E9756B41878}" type="parTrans" cxnId="{C13B32A0-3B0B-45CB-A0B1-AF577E92E163}">
      <dgm:prSet/>
      <dgm:spPr/>
      <dgm:t>
        <a:bodyPr/>
        <a:lstStyle/>
        <a:p>
          <a:endParaRPr lang="en-US"/>
        </a:p>
      </dgm:t>
    </dgm:pt>
    <dgm:pt modelId="{3253797F-8417-4DC8-96E4-CCBB03A7DFDB}" type="sibTrans" cxnId="{C13B32A0-3B0B-45CB-A0B1-AF577E92E163}">
      <dgm:prSet/>
      <dgm:spPr/>
      <dgm:t>
        <a:bodyPr/>
        <a:lstStyle/>
        <a:p>
          <a:endParaRPr lang="en-US"/>
        </a:p>
      </dgm:t>
    </dgm:pt>
    <dgm:pt modelId="{D782658F-0438-46F8-8F2E-EB28256E83A6}">
      <dgm:prSet phldrT="[Text]" custT="1"/>
      <dgm:spPr>
        <a:solidFill>
          <a:srgbClr val="2C95DD"/>
        </a:solidFill>
      </dgm:spPr>
      <dgm:t>
        <a:bodyPr/>
        <a:lstStyle/>
        <a:p>
          <a:pPr algn="ctr"/>
          <a:r>
            <a:rPr lang="en-US" sz="1500"/>
            <a:t>RAID 5 </a:t>
          </a:r>
        </a:p>
      </dgm:t>
    </dgm:pt>
    <dgm:pt modelId="{6B773971-3D6B-4D0C-8AFB-C552201AAA9D}" type="parTrans" cxnId="{AE24B1B6-7CCD-4908-AB28-971C779E929A}">
      <dgm:prSet/>
      <dgm:spPr/>
      <dgm:t>
        <a:bodyPr/>
        <a:lstStyle/>
        <a:p>
          <a:endParaRPr lang="en-US"/>
        </a:p>
      </dgm:t>
    </dgm:pt>
    <dgm:pt modelId="{57B83FDD-FC6D-4E8D-A8DE-7D5AE3894E27}" type="sibTrans" cxnId="{AE24B1B6-7CCD-4908-AB28-971C779E929A}">
      <dgm:prSet/>
      <dgm:spPr/>
      <dgm:t>
        <a:bodyPr/>
        <a:lstStyle/>
        <a:p>
          <a:endParaRPr lang="en-US"/>
        </a:p>
      </dgm:t>
    </dgm:pt>
    <dgm:pt modelId="{E1D80027-EC72-4C00-8C15-84D13A3D2A20}">
      <dgm:prSet phldrT="[Text]" custT="1"/>
      <dgm:spPr/>
      <dgm:t>
        <a:bodyPr lIns="109728" tIns="54864" rIns="109728" bIns="54864"/>
        <a:lstStyle/>
        <a:p>
          <a:r>
            <a:rPr lang="en-US" sz="1200"/>
            <a:t>Striped set with independent disk access and distributed parity</a:t>
          </a:r>
        </a:p>
      </dgm:t>
    </dgm:pt>
    <dgm:pt modelId="{0F3578B8-CBEE-4914-B7CA-0DF2FBDA9A48}" type="parTrans" cxnId="{9C0D5128-ABF2-4FA0-9FB5-379B811454C7}">
      <dgm:prSet/>
      <dgm:spPr/>
      <dgm:t>
        <a:bodyPr/>
        <a:lstStyle/>
        <a:p>
          <a:endParaRPr lang="en-US"/>
        </a:p>
      </dgm:t>
    </dgm:pt>
    <dgm:pt modelId="{BCFACEF5-F738-4A0A-80FA-B61238A52FF4}" type="sibTrans" cxnId="{9C0D5128-ABF2-4FA0-9FB5-379B811454C7}">
      <dgm:prSet/>
      <dgm:spPr/>
      <dgm:t>
        <a:bodyPr/>
        <a:lstStyle/>
        <a:p>
          <a:endParaRPr lang="en-US"/>
        </a:p>
      </dgm:t>
    </dgm:pt>
    <dgm:pt modelId="{4F63ADC6-E712-4980-B257-48BF9DB31350}">
      <dgm:prSet phldrT="[Text]" custT="1"/>
      <dgm:spPr>
        <a:solidFill>
          <a:srgbClr val="2C95DD"/>
        </a:solidFill>
      </dgm:spPr>
      <dgm:t>
        <a:bodyPr/>
        <a:lstStyle/>
        <a:p>
          <a:pPr algn="ctr"/>
          <a:r>
            <a:rPr lang="en-US" sz="1500"/>
            <a:t>RAID 6 </a:t>
          </a:r>
        </a:p>
      </dgm:t>
    </dgm:pt>
    <dgm:pt modelId="{C53DF14C-F8DD-4B8D-AAEC-785084625E7D}" type="parTrans" cxnId="{A089E0C5-7ED0-4A45-B100-41BD09B72A21}">
      <dgm:prSet/>
      <dgm:spPr/>
      <dgm:t>
        <a:bodyPr/>
        <a:lstStyle/>
        <a:p>
          <a:endParaRPr lang="en-US"/>
        </a:p>
      </dgm:t>
    </dgm:pt>
    <dgm:pt modelId="{0803680B-FBF8-45C3-BB4B-119E304C45F1}" type="sibTrans" cxnId="{A089E0C5-7ED0-4A45-B100-41BD09B72A21}">
      <dgm:prSet/>
      <dgm:spPr/>
      <dgm:t>
        <a:bodyPr/>
        <a:lstStyle/>
        <a:p>
          <a:endParaRPr lang="en-US"/>
        </a:p>
      </dgm:t>
    </dgm:pt>
    <dgm:pt modelId="{847035FF-0C2A-4EFC-A002-6BCD5BAFE9F1}">
      <dgm:prSet phldrT="[Text]" custT="1"/>
      <dgm:spPr/>
      <dgm:t>
        <a:bodyPr lIns="109728" tIns="54864" rIns="109728" bIns="54864"/>
        <a:lstStyle/>
        <a:p>
          <a:r>
            <a:rPr lang="en-US" sz="1200"/>
            <a:t>Striped set with independent disk access and dual distributed parity</a:t>
          </a:r>
        </a:p>
      </dgm:t>
    </dgm:pt>
    <dgm:pt modelId="{FEBF29E9-D019-4364-B239-A50A98211EFA}" type="parTrans" cxnId="{47BB02F7-F449-46F2-8934-82F97A7F3BC2}">
      <dgm:prSet/>
      <dgm:spPr/>
      <dgm:t>
        <a:bodyPr/>
        <a:lstStyle/>
        <a:p>
          <a:endParaRPr lang="en-US"/>
        </a:p>
      </dgm:t>
    </dgm:pt>
    <dgm:pt modelId="{A679C972-7E2D-45DC-8BB1-5F44264736D3}" type="sibTrans" cxnId="{47BB02F7-F449-46F2-8934-82F97A7F3BC2}">
      <dgm:prSet/>
      <dgm:spPr/>
      <dgm:t>
        <a:bodyPr/>
        <a:lstStyle/>
        <a:p>
          <a:endParaRPr lang="en-US"/>
        </a:p>
      </dgm:t>
    </dgm:pt>
    <dgm:pt modelId="{5B1E25DB-39E0-4933-BD74-0510C0D66099}" type="pres">
      <dgm:prSet presAssocID="{A4DFD065-2FBA-4234-BCF8-C925B2817114}" presName="Name0" presStyleCnt="0">
        <dgm:presLayoutVars>
          <dgm:dir/>
          <dgm:animLvl val="lvl"/>
          <dgm:resizeHandles val="exact"/>
        </dgm:presLayoutVars>
      </dgm:prSet>
      <dgm:spPr/>
      <dgm:t>
        <a:bodyPr/>
        <a:lstStyle/>
        <a:p>
          <a:endParaRPr lang="en-US"/>
        </a:p>
      </dgm:t>
    </dgm:pt>
    <dgm:pt modelId="{BCD07672-96E6-4763-A3C8-B049BBD0191B}" type="pres">
      <dgm:prSet presAssocID="{9C7872EB-5D7C-4735-9901-5B74061F9283}" presName="linNode" presStyleCnt="0"/>
      <dgm:spPr/>
    </dgm:pt>
    <dgm:pt modelId="{E1C507B0-CE90-4E03-B4DF-959306DBB7D4}" type="pres">
      <dgm:prSet presAssocID="{9C7872EB-5D7C-4735-9901-5B74061F9283}" presName="parentText" presStyleLbl="node1" presStyleIdx="0" presStyleCnt="6">
        <dgm:presLayoutVars>
          <dgm:chMax val="1"/>
          <dgm:bulletEnabled val="1"/>
        </dgm:presLayoutVars>
      </dgm:prSet>
      <dgm:spPr/>
      <dgm:t>
        <a:bodyPr/>
        <a:lstStyle/>
        <a:p>
          <a:endParaRPr lang="en-US"/>
        </a:p>
      </dgm:t>
    </dgm:pt>
    <dgm:pt modelId="{3B0AC266-B5BD-49ED-992C-2AC7D9193D50}" type="pres">
      <dgm:prSet presAssocID="{9C7872EB-5D7C-4735-9901-5B74061F9283}" presName="descendantText" presStyleLbl="alignAccFollowNode1" presStyleIdx="0" presStyleCnt="6">
        <dgm:presLayoutVars>
          <dgm:bulletEnabled val="1"/>
        </dgm:presLayoutVars>
      </dgm:prSet>
      <dgm:spPr/>
      <dgm:t>
        <a:bodyPr/>
        <a:lstStyle/>
        <a:p>
          <a:endParaRPr lang="en-US"/>
        </a:p>
      </dgm:t>
    </dgm:pt>
    <dgm:pt modelId="{56EB9B2A-DE28-4701-AC59-5E5AD3297FFA}" type="pres">
      <dgm:prSet presAssocID="{ADBBD08F-67ED-4848-BBF9-9053C6957265}" presName="sp" presStyleCnt="0"/>
      <dgm:spPr/>
    </dgm:pt>
    <dgm:pt modelId="{82E8703B-9389-4707-9CD6-8F7B7455816D}" type="pres">
      <dgm:prSet presAssocID="{CAAE5DB7-5AD0-4C3C-941D-80F392827B3F}" presName="linNode" presStyleCnt="0"/>
      <dgm:spPr/>
    </dgm:pt>
    <dgm:pt modelId="{F5F5DCD5-B94E-4374-9972-CB76AD36F8A2}" type="pres">
      <dgm:prSet presAssocID="{CAAE5DB7-5AD0-4C3C-941D-80F392827B3F}" presName="parentText" presStyleLbl="node1" presStyleIdx="1" presStyleCnt="6">
        <dgm:presLayoutVars>
          <dgm:chMax val="1"/>
          <dgm:bulletEnabled val="1"/>
        </dgm:presLayoutVars>
      </dgm:prSet>
      <dgm:spPr/>
      <dgm:t>
        <a:bodyPr/>
        <a:lstStyle/>
        <a:p>
          <a:endParaRPr lang="en-US"/>
        </a:p>
      </dgm:t>
    </dgm:pt>
    <dgm:pt modelId="{227BF414-BF92-4AC7-8B37-F08BED37A5BA}" type="pres">
      <dgm:prSet presAssocID="{CAAE5DB7-5AD0-4C3C-941D-80F392827B3F}" presName="descendantText" presStyleLbl="alignAccFollowNode1" presStyleIdx="1" presStyleCnt="6">
        <dgm:presLayoutVars>
          <dgm:bulletEnabled val="1"/>
        </dgm:presLayoutVars>
      </dgm:prSet>
      <dgm:spPr/>
      <dgm:t>
        <a:bodyPr/>
        <a:lstStyle/>
        <a:p>
          <a:endParaRPr lang="en-US"/>
        </a:p>
      </dgm:t>
    </dgm:pt>
    <dgm:pt modelId="{D728C519-5F74-4EE9-A664-FAA27C5B3C95}" type="pres">
      <dgm:prSet presAssocID="{930CFCDD-17F1-4EEE-857C-550DD99ABC4B}" presName="sp" presStyleCnt="0"/>
      <dgm:spPr/>
    </dgm:pt>
    <dgm:pt modelId="{CB0A9CEC-4970-4E9A-8D2C-D5476F2E81BE}" type="pres">
      <dgm:prSet presAssocID="{AC398641-F75B-49B0-AAA0-3FDD29796580}" presName="linNode" presStyleCnt="0"/>
      <dgm:spPr/>
    </dgm:pt>
    <dgm:pt modelId="{E8197B1A-9EDC-44B3-B9A6-A286E453E106}" type="pres">
      <dgm:prSet presAssocID="{AC398641-F75B-49B0-AAA0-3FDD29796580}" presName="parentText" presStyleLbl="node1" presStyleIdx="2" presStyleCnt="6">
        <dgm:presLayoutVars>
          <dgm:chMax val="1"/>
          <dgm:bulletEnabled val="1"/>
        </dgm:presLayoutVars>
      </dgm:prSet>
      <dgm:spPr/>
      <dgm:t>
        <a:bodyPr/>
        <a:lstStyle/>
        <a:p>
          <a:endParaRPr lang="en-US"/>
        </a:p>
      </dgm:t>
    </dgm:pt>
    <dgm:pt modelId="{17FDFF8D-5754-40A6-90C0-1FF65591B9FB}" type="pres">
      <dgm:prSet presAssocID="{AC398641-F75B-49B0-AAA0-3FDD29796580}" presName="descendantText" presStyleLbl="alignAccFollowNode1" presStyleIdx="2" presStyleCnt="6">
        <dgm:presLayoutVars>
          <dgm:bulletEnabled val="1"/>
        </dgm:presLayoutVars>
      </dgm:prSet>
      <dgm:spPr/>
      <dgm:t>
        <a:bodyPr/>
        <a:lstStyle/>
        <a:p>
          <a:endParaRPr lang="en-US"/>
        </a:p>
      </dgm:t>
    </dgm:pt>
    <dgm:pt modelId="{B445CC07-F0B6-49C0-8116-9323DF1CFDC9}" type="pres">
      <dgm:prSet presAssocID="{07D91BC0-2E2A-461D-A121-5A51D4452482}" presName="sp" presStyleCnt="0"/>
      <dgm:spPr/>
    </dgm:pt>
    <dgm:pt modelId="{17D0205F-3ACB-4715-9A8B-A9A596954293}" type="pres">
      <dgm:prSet presAssocID="{838439EE-3214-41F9-AC38-30FD25FDBCB5}" presName="linNode" presStyleCnt="0"/>
      <dgm:spPr/>
    </dgm:pt>
    <dgm:pt modelId="{6B00BC4D-46E6-49C4-8822-FDB71BC59661}" type="pres">
      <dgm:prSet presAssocID="{838439EE-3214-41F9-AC38-30FD25FDBCB5}" presName="parentText" presStyleLbl="node1" presStyleIdx="3" presStyleCnt="6">
        <dgm:presLayoutVars>
          <dgm:chMax val="1"/>
          <dgm:bulletEnabled val="1"/>
        </dgm:presLayoutVars>
      </dgm:prSet>
      <dgm:spPr/>
      <dgm:t>
        <a:bodyPr/>
        <a:lstStyle/>
        <a:p>
          <a:endParaRPr lang="en-US"/>
        </a:p>
      </dgm:t>
    </dgm:pt>
    <dgm:pt modelId="{89459BF7-18C8-4DF4-A462-781838CCED8C}" type="pres">
      <dgm:prSet presAssocID="{838439EE-3214-41F9-AC38-30FD25FDBCB5}" presName="descendantText" presStyleLbl="alignAccFollowNode1" presStyleIdx="3" presStyleCnt="6">
        <dgm:presLayoutVars>
          <dgm:bulletEnabled val="1"/>
        </dgm:presLayoutVars>
      </dgm:prSet>
      <dgm:spPr/>
      <dgm:t>
        <a:bodyPr/>
        <a:lstStyle/>
        <a:p>
          <a:endParaRPr lang="en-US"/>
        </a:p>
      </dgm:t>
    </dgm:pt>
    <dgm:pt modelId="{75587407-9EDC-4F0C-833C-080A51F5A829}" type="pres">
      <dgm:prSet presAssocID="{5D2514EA-A986-4147-AB9D-A386E2D6A16E}" presName="sp" presStyleCnt="0"/>
      <dgm:spPr/>
    </dgm:pt>
    <dgm:pt modelId="{0A344D42-D2F9-4F13-B88B-42EFFAD61B84}" type="pres">
      <dgm:prSet presAssocID="{D782658F-0438-46F8-8F2E-EB28256E83A6}" presName="linNode" presStyleCnt="0"/>
      <dgm:spPr/>
    </dgm:pt>
    <dgm:pt modelId="{909C622C-0410-4CE6-B55D-4FFDDA72CD14}" type="pres">
      <dgm:prSet presAssocID="{D782658F-0438-46F8-8F2E-EB28256E83A6}" presName="parentText" presStyleLbl="node1" presStyleIdx="4" presStyleCnt="6">
        <dgm:presLayoutVars>
          <dgm:chMax val="1"/>
          <dgm:bulletEnabled val="1"/>
        </dgm:presLayoutVars>
      </dgm:prSet>
      <dgm:spPr/>
      <dgm:t>
        <a:bodyPr/>
        <a:lstStyle/>
        <a:p>
          <a:endParaRPr lang="en-US"/>
        </a:p>
      </dgm:t>
    </dgm:pt>
    <dgm:pt modelId="{608FF975-C0BC-4776-BD9D-61C9CE0D1780}" type="pres">
      <dgm:prSet presAssocID="{D782658F-0438-46F8-8F2E-EB28256E83A6}" presName="descendantText" presStyleLbl="alignAccFollowNode1" presStyleIdx="4" presStyleCnt="6">
        <dgm:presLayoutVars>
          <dgm:bulletEnabled val="1"/>
        </dgm:presLayoutVars>
      </dgm:prSet>
      <dgm:spPr/>
      <dgm:t>
        <a:bodyPr/>
        <a:lstStyle/>
        <a:p>
          <a:endParaRPr lang="en-US"/>
        </a:p>
      </dgm:t>
    </dgm:pt>
    <dgm:pt modelId="{361385D0-B0CA-479B-A181-3A124E49FB12}" type="pres">
      <dgm:prSet presAssocID="{57B83FDD-FC6D-4E8D-A8DE-7D5AE3894E27}" presName="sp" presStyleCnt="0"/>
      <dgm:spPr/>
    </dgm:pt>
    <dgm:pt modelId="{3001C7C1-9824-490E-B2BC-6CF55D47397B}" type="pres">
      <dgm:prSet presAssocID="{4F63ADC6-E712-4980-B257-48BF9DB31350}" presName="linNode" presStyleCnt="0"/>
      <dgm:spPr/>
    </dgm:pt>
    <dgm:pt modelId="{D3D6F330-2D7F-42AC-B47D-D9B482C70ABC}" type="pres">
      <dgm:prSet presAssocID="{4F63ADC6-E712-4980-B257-48BF9DB31350}" presName="parentText" presStyleLbl="node1" presStyleIdx="5" presStyleCnt="6">
        <dgm:presLayoutVars>
          <dgm:chMax val="1"/>
          <dgm:bulletEnabled val="1"/>
        </dgm:presLayoutVars>
      </dgm:prSet>
      <dgm:spPr/>
      <dgm:t>
        <a:bodyPr/>
        <a:lstStyle/>
        <a:p>
          <a:endParaRPr lang="en-US"/>
        </a:p>
      </dgm:t>
    </dgm:pt>
    <dgm:pt modelId="{5351C14F-38FF-48B3-8F5D-D1AB1203F296}" type="pres">
      <dgm:prSet presAssocID="{4F63ADC6-E712-4980-B257-48BF9DB31350}" presName="descendantText" presStyleLbl="alignAccFollowNode1" presStyleIdx="5" presStyleCnt="6">
        <dgm:presLayoutVars>
          <dgm:bulletEnabled val="1"/>
        </dgm:presLayoutVars>
      </dgm:prSet>
      <dgm:spPr/>
      <dgm:t>
        <a:bodyPr/>
        <a:lstStyle/>
        <a:p>
          <a:endParaRPr lang="en-US"/>
        </a:p>
      </dgm:t>
    </dgm:pt>
  </dgm:ptLst>
  <dgm:cxnLst>
    <dgm:cxn modelId="{418BDCC7-007C-4E03-AC88-DE8879ECF79E}" type="presOf" srcId="{D782658F-0438-46F8-8F2E-EB28256E83A6}" destId="{909C622C-0410-4CE6-B55D-4FFDDA72CD14}" srcOrd="0" destOrd="0" presId="urn:microsoft.com/office/officeart/2005/8/layout/vList5"/>
    <dgm:cxn modelId="{CD43368F-AEEA-49D0-ACC5-F2ED63C20DD0}" type="presOf" srcId="{9C7872EB-5D7C-4735-9901-5B74061F9283}" destId="{E1C507B0-CE90-4E03-B4DF-959306DBB7D4}" srcOrd="0" destOrd="0" presId="urn:microsoft.com/office/officeart/2005/8/layout/vList5"/>
    <dgm:cxn modelId="{5ACAE36A-BDEB-4826-AD15-866EDEC91303}" type="presOf" srcId="{C743FFC3-A49F-457E-A1CC-A4D8CB253EDF}" destId="{227BF414-BF92-4AC7-8B37-F08BED37A5BA}" srcOrd="0" destOrd="0" presId="urn:microsoft.com/office/officeart/2005/8/layout/vList5"/>
    <dgm:cxn modelId="{8AC4750C-0C3F-49E0-A46E-A4BF54A71A5C}" type="presOf" srcId="{847035FF-0C2A-4EFC-A002-6BCD5BAFE9F1}" destId="{5351C14F-38FF-48B3-8F5D-D1AB1203F296}" srcOrd="0" destOrd="0" presId="urn:microsoft.com/office/officeart/2005/8/layout/vList5"/>
    <dgm:cxn modelId="{4658661E-C346-4929-853E-14030FFC8054}" type="presOf" srcId="{AC398641-F75B-49B0-AAA0-3FDD29796580}" destId="{E8197B1A-9EDC-44B3-B9A6-A286E453E106}" srcOrd="0" destOrd="0" presId="urn:microsoft.com/office/officeart/2005/8/layout/vList5"/>
    <dgm:cxn modelId="{19A9B9F8-0E18-427C-9E03-89847853AE71}" type="presOf" srcId="{CAAE5DB7-5AD0-4C3C-941D-80F392827B3F}" destId="{F5F5DCD5-B94E-4374-9972-CB76AD36F8A2}" srcOrd="0" destOrd="0" presId="urn:microsoft.com/office/officeart/2005/8/layout/vList5"/>
    <dgm:cxn modelId="{B0161A79-FFF1-4948-BE9F-992172EB8646}" type="presOf" srcId="{D28A0571-94AD-4A8C-8022-8A98D5EA9FC0}" destId="{3B0AC266-B5BD-49ED-992C-2AC7D9193D50}" srcOrd="0" destOrd="0" presId="urn:microsoft.com/office/officeart/2005/8/layout/vList5"/>
    <dgm:cxn modelId="{CD6A9B65-BBF3-4962-9A12-A1FA8858E054}" srcId="{9C7872EB-5D7C-4735-9901-5B74061F9283}" destId="{D28A0571-94AD-4A8C-8022-8A98D5EA9FC0}" srcOrd="0" destOrd="0" parTransId="{3EF951F3-D35F-457B-81D9-709A140FDCD1}" sibTransId="{ED0AF154-C7D4-44B1-8188-AC9B1E78AFFA}"/>
    <dgm:cxn modelId="{75A21059-086D-43E1-A661-9D2C12984236}" srcId="{CAAE5DB7-5AD0-4C3C-941D-80F392827B3F}" destId="{C743FFC3-A49F-457E-A1CC-A4D8CB253EDF}" srcOrd="0" destOrd="0" parTransId="{C1B007B0-5FF2-4D81-869A-A2E40CF26344}" sibTransId="{EA0306B6-9F98-4FDB-AD0A-60204F7FB0BA}"/>
    <dgm:cxn modelId="{AE24B1B6-7CCD-4908-AB28-971C779E929A}" srcId="{A4DFD065-2FBA-4234-BCF8-C925B2817114}" destId="{D782658F-0438-46F8-8F2E-EB28256E83A6}" srcOrd="4" destOrd="0" parTransId="{6B773971-3D6B-4D0C-8AFB-C552201AAA9D}" sibTransId="{57B83FDD-FC6D-4E8D-A8DE-7D5AE3894E27}"/>
    <dgm:cxn modelId="{079F9D88-B995-4A80-9149-74E2C602F0BF}" srcId="{AC398641-F75B-49B0-AAA0-3FDD29796580}" destId="{F754AC32-DFAE-4B7B-A984-8811DD077048}" srcOrd="0" destOrd="0" parTransId="{AC735B69-BAFE-4B81-8A96-4E3027624B57}" sibTransId="{300ED5A2-22C4-458D-9DBF-C3E1020F7AC0}"/>
    <dgm:cxn modelId="{60394657-1D39-42CA-8C53-3AFD9BE70EB8}" type="presOf" srcId="{4F63ADC6-E712-4980-B257-48BF9DB31350}" destId="{D3D6F330-2D7F-42AC-B47D-D9B482C70ABC}" srcOrd="0" destOrd="0" presId="urn:microsoft.com/office/officeart/2005/8/layout/vList5"/>
    <dgm:cxn modelId="{95A49458-6A1C-4126-AB6D-01B0BF9D545D}" srcId="{A4DFD065-2FBA-4234-BCF8-C925B2817114}" destId="{838439EE-3214-41F9-AC38-30FD25FDBCB5}" srcOrd="3" destOrd="0" parTransId="{350A0F01-3D89-456B-B852-8132A7C9D6B8}" sibTransId="{5D2514EA-A986-4147-AB9D-A386E2D6A16E}"/>
    <dgm:cxn modelId="{B46172A9-83E9-4FC4-8514-14A71C8057A2}" type="presOf" srcId="{A4DFD065-2FBA-4234-BCF8-C925B2817114}" destId="{5B1E25DB-39E0-4933-BD74-0510C0D66099}" srcOrd="0" destOrd="0" presId="urn:microsoft.com/office/officeart/2005/8/layout/vList5"/>
    <dgm:cxn modelId="{F3E12819-DFDD-4E41-8672-0FB9C51129EC}" srcId="{A4DFD065-2FBA-4234-BCF8-C925B2817114}" destId="{9C7872EB-5D7C-4735-9901-5B74061F9283}" srcOrd="0" destOrd="0" parTransId="{36B15B97-CAD3-4E39-B95A-3CF0985499F7}" sibTransId="{ADBBD08F-67ED-4848-BBF9-9053C6957265}"/>
    <dgm:cxn modelId="{47BB02F7-F449-46F2-8934-82F97A7F3BC2}" srcId="{4F63ADC6-E712-4980-B257-48BF9DB31350}" destId="{847035FF-0C2A-4EFC-A002-6BCD5BAFE9F1}" srcOrd="0" destOrd="0" parTransId="{FEBF29E9-D019-4364-B239-A50A98211EFA}" sibTransId="{A679C972-7E2D-45DC-8BB1-5F44264736D3}"/>
    <dgm:cxn modelId="{9C0D5128-ABF2-4FA0-9FB5-379B811454C7}" srcId="{D782658F-0438-46F8-8F2E-EB28256E83A6}" destId="{E1D80027-EC72-4C00-8C15-84D13A3D2A20}" srcOrd="0" destOrd="0" parTransId="{0F3578B8-CBEE-4914-B7CA-0DF2FBDA9A48}" sibTransId="{BCFACEF5-F738-4A0A-80FA-B61238A52FF4}"/>
    <dgm:cxn modelId="{D8A8D975-8184-41B3-AE29-B401D427959D}" type="presOf" srcId="{838439EE-3214-41F9-AC38-30FD25FDBCB5}" destId="{6B00BC4D-46E6-49C4-8822-FDB71BC59661}" srcOrd="0" destOrd="0" presId="urn:microsoft.com/office/officeart/2005/8/layout/vList5"/>
    <dgm:cxn modelId="{7C9D9493-1267-4F88-BD9F-975A7A3593A5}" type="presOf" srcId="{E1D80027-EC72-4C00-8C15-84D13A3D2A20}" destId="{608FF975-C0BC-4776-BD9D-61C9CE0D1780}" srcOrd="0" destOrd="0" presId="urn:microsoft.com/office/officeart/2005/8/layout/vList5"/>
    <dgm:cxn modelId="{C13B32A0-3B0B-45CB-A0B1-AF577E92E163}" srcId="{838439EE-3214-41F9-AC38-30FD25FDBCB5}" destId="{1570FD84-DE20-4D45-A3DB-278A6B897D58}" srcOrd="0" destOrd="0" parTransId="{7DA2F3D6-091B-43A0-9C11-8E9756B41878}" sibTransId="{3253797F-8417-4DC8-96E4-CCBB03A7DFDB}"/>
    <dgm:cxn modelId="{6689AEEE-9324-4BFF-BEB1-38A28A4CBFF4}" type="presOf" srcId="{F754AC32-DFAE-4B7B-A984-8811DD077048}" destId="{17FDFF8D-5754-40A6-90C0-1FF65591B9FB}" srcOrd="0" destOrd="0" presId="urn:microsoft.com/office/officeart/2005/8/layout/vList5"/>
    <dgm:cxn modelId="{FF298FE4-3EAC-4AF8-9280-467EAB779DF0}" type="presOf" srcId="{1570FD84-DE20-4D45-A3DB-278A6B897D58}" destId="{89459BF7-18C8-4DF4-A462-781838CCED8C}" srcOrd="0" destOrd="0" presId="urn:microsoft.com/office/officeart/2005/8/layout/vList5"/>
    <dgm:cxn modelId="{DD6CF901-000B-4F0D-8469-9CB7712D941A}" srcId="{A4DFD065-2FBA-4234-BCF8-C925B2817114}" destId="{CAAE5DB7-5AD0-4C3C-941D-80F392827B3F}" srcOrd="1" destOrd="0" parTransId="{EDFB1E03-1CA6-4920-AF8C-9D77FDFB231A}" sibTransId="{930CFCDD-17F1-4EEE-857C-550DD99ABC4B}"/>
    <dgm:cxn modelId="{A089E0C5-7ED0-4A45-B100-41BD09B72A21}" srcId="{A4DFD065-2FBA-4234-BCF8-C925B2817114}" destId="{4F63ADC6-E712-4980-B257-48BF9DB31350}" srcOrd="5" destOrd="0" parTransId="{C53DF14C-F8DD-4B8D-AAEC-785084625E7D}" sibTransId="{0803680B-FBF8-45C3-BB4B-119E304C45F1}"/>
    <dgm:cxn modelId="{E7F166A4-0568-478E-AB87-2D7540EC0F6D}" srcId="{A4DFD065-2FBA-4234-BCF8-C925B2817114}" destId="{AC398641-F75B-49B0-AAA0-3FDD29796580}" srcOrd="2" destOrd="0" parTransId="{1C207FBA-52A1-4559-8466-99CBB9692A60}" sibTransId="{07D91BC0-2E2A-461D-A121-5A51D4452482}"/>
    <dgm:cxn modelId="{2098EC0F-8B48-4CBE-8596-B8E51223B85C}" type="presParOf" srcId="{5B1E25DB-39E0-4933-BD74-0510C0D66099}" destId="{BCD07672-96E6-4763-A3C8-B049BBD0191B}" srcOrd="0" destOrd="0" presId="urn:microsoft.com/office/officeart/2005/8/layout/vList5"/>
    <dgm:cxn modelId="{CA5BE9BB-08E4-418B-AC95-B2B2AC7BEFBA}" type="presParOf" srcId="{BCD07672-96E6-4763-A3C8-B049BBD0191B}" destId="{E1C507B0-CE90-4E03-B4DF-959306DBB7D4}" srcOrd="0" destOrd="0" presId="urn:microsoft.com/office/officeart/2005/8/layout/vList5"/>
    <dgm:cxn modelId="{2ED886DE-1F6C-4E80-987A-5D0788FCFD50}" type="presParOf" srcId="{BCD07672-96E6-4763-A3C8-B049BBD0191B}" destId="{3B0AC266-B5BD-49ED-992C-2AC7D9193D50}" srcOrd="1" destOrd="0" presId="urn:microsoft.com/office/officeart/2005/8/layout/vList5"/>
    <dgm:cxn modelId="{E0B3F31D-23AD-4064-BE12-8A0B7F786DB9}" type="presParOf" srcId="{5B1E25DB-39E0-4933-BD74-0510C0D66099}" destId="{56EB9B2A-DE28-4701-AC59-5E5AD3297FFA}" srcOrd="1" destOrd="0" presId="urn:microsoft.com/office/officeart/2005/8/layout/vList5"/>
    <dgm:cxn modelId="{9B0182D9-4CC8-4438-A944-7369F68DA416}" type="presParOf" srcId="{5B1E25DB-39E0-4933-BD74-0510C0D66099}" destId="{82E8703B-9389-4707-9CD6-8F7B7455816D}" srcOrd="2" destOrd="0" presId="urn:microsoft.com/office/officeart/2005/8/layout/vList5"/>
    <dgm:cxn modelId="{63D4E931-2B33-4E02-B548-705C8CEABC34}" type="presParOf" srcId="{82E8703B-9389-4707-9CD6-8F7B7455816D}" destId="{F5F5DCD5-B94E-4374-9972-CB76AD36F8A2}" srcOrd="0" destOrd="0" presId="urn:microsoft.com/office/officeart/2005/8/layout/vList5"/>
    <dgm:cxn modelId="{CC7C2C23-37BE-468A-B7A7-D60B3EA108DF}" type="presParOf" srcId="{82E8703B-9389-4707-9CD6-8F7B7455816D}" destId="{227BF414-BF92-4AC7-8B37-F08BED37A5BA}" srcOrd="1" destOrd="0" presId="urn:microsoft.com/office/officeart/2005/8/layout/vList5"/>
    <dgm:cxn modelId="{F01B62F1-3D5D-4484-9714-2C3B008F2652}" type="presParOf" srcId="{5B1E25DB-39E0-4933-BD74-0510C0D66099}" destId="{D728C519-5F74-4EE9-A664-FAA27C5B3C95}" srcOrd="3" destOrd="0" presId="urn:microsoft.com/office/officeart/2005/8/layout/vList5"/>
    <dgm:cxn modelId="{EBB83335-22BE-4FB3-B216-C09BC3A6483D}" type="presParOf" srcId="{5B1E25DB-39E0-4933-BD74-0510C0D66099}" destId="{CB0A9CEC-4970-4E9A-8D2C-D5476F2E81BE}" srcOrd="4" destOrd="0" presId="urn:microsoft.com/office/officeart/2005/8/layout/vList5"/>
    <dgm:cxn modelId="{B5A832D0-0614-4939-B209-489C56A8634C}" type="presParOf" srcId="{CB0A9CEC-4970-4E9A-8D2C-D5476F2E81BE}" destId="{E8197B1A-9EDC-44B3-B9A6-A286E453E106}" srcOrd="0" destOrd="0" presId="urn:microsoft.com/office/officeart/2005/8/layout/vList5"/>
    <dgm:cxn modelId="{47D92E85-60C3-43E0-987B-97D6C3362E36}" type="presParOf" srcId="{CB0A9CEC-4970-4E9A-8D2C-D5476F2E81BE}" destId="{17FDFF8D-5754-40A6-90C0-1FF65591B9FB}" srcOrd="1" destOrd="0" presId="urn:microsoft.com/office/officeart/2005/8/layout/vList5"/>
    <dgm:cxn modelId="{998C535D-EAFF-4A56-9CF5-4095B97C0E82}" type="presParOf" srcId="{5B1E25DB-39E0-4933-BD74-0510C0D66099}" destId="{B445CC07-F0B6-49C0-8116-9323DF1CFDC9}" srcOrd="5" destOrd="0" presId="urn:microsoft.com/office/officeart/2005/8/layout/vList5"/>
    <dgm:cxn modelId="{04B23182-A3C2-4C64-9459-68CCA3F4252D}" type="presParOf" srcId="{5B1E25DB-39E0-4933-BD74-0510C0D66099}" destId="{17D0205F-3ACB-4715-9A8B-A9A596954293}" srcOrd="6" destOrd="0" presId="urn:microsoft.com/office/officeart/2005/8/layout/vList5"/>
    <dgm:cxn modelId="{782DE2B6-F718-4903-A1E0-196A2913B6A3}" type="presParOf" srcId="{17D0205F-3ACB-4715-9A8B-A9A596954293}" destId="{6B00BC4D-46E6-49C4-8822-FDB71BC59661}" srcOrd="0" destOrd="0" presId="urn:microsoft.com/office/officeart/2005/8/layout/vList5"/>
    <dgm:cxn modelId="{2B381044-43E5-48D0-8449-940936A350E6}" type="presParOf" srcId="{17D0205F-3ACB-4715-9A8B-A9A596954293}" destId="{89459BF7-18C8-4DF4-A462-781838CCED8C}" srcOrd="1" destOrd="0" presId="urn:microsoft.com/office/officeart/2005/8/layout/vList5"/>
    <dgm:cxn modelId="{537C8E72-9842-4DAD-A4EE-32D9CA455A1A}" type="presParOf" srcId="{5B1E25DB-39E0-4933-BD74-0510C0D66099}" destId="{75587407-9EDC-4F0C-833C-080A51F5A829}" srcOrd="7" destOrd="0" presId="urn:microsoft.com/office/officeart/2005/8/layout/vList5"/>
    <dgm:cxn modelId="{834C5F61-43E4-40F1-BA21-5033D862FE1E}" type="presParOf" srcId="{5B1E25DB-39E0-4933-BD74-0510C0D66099}" destId="{0A344D42-D2F9-4F13-B88B-42EFFAD61B84}" srcOrd="8" destOrd="0" presId="urn:microsoft.com/office/officeart/2005/8/layout/vList5"/>
    <dgm:cxn modelId="{6FF36E99-BFC5-43C9-84A5-5F3C95ADBF92}" type="presParOf" srcId="{0A344D42-D2F9-4F13-B88B-42EFFAD61B84}" destId="{909C622C-0410-4CE6-B55D-4FFDDA72CD14}" srcOrd="0" destOrd="0" presId="urn:microsoft.com/office/officeart/2005/8/layout/vList5"/>
    <dgm:cxn modelId="{4F5836B2-6C6C-4AD8-84B9-0F1081293B58}" type="presParOf" srcId="{0A344D42-D2F9-4F13-B88B-42EFFAD61B84}" destId="{608FF975-C0BC-4776-BD9D-61C9CE0D1780}" srcOrd="1" destOrd="0" presId="urn:microsoft.com/office/officeart/2005/8/layout/vList5"/>
    <dgm:cxn modelId="{DE883BC0-94D9-4B5B-9210-26AF85E4E6C2}" type="presParOf" srcId="{5B1E25DB-39E0-4933-BD74-0510C0D66099}" destId="{361385D0-B0CA-479B-A181-3A124E49FB12}" srcOrd="9" destOrd="0" presId="urn:microsoft.com/office/officeart/2005/8/layout/vList5"/>
    <dgm:cxn modelId="{0D16A588-59F4-498F-8D41-6B6927CC4D02}" type="presParOf" srcId="{5B1E25DB-39E0-4933-BD74-0510C0D66099}" destId="{3001C7C1-9824-490E-B2BC-6CF55D47397B}" srcOrd="10" destOrd="0" presId="urn:microsoft.com/office/officeart/2005/8/layout/vList5"/>
    <dgm:cxn modelId="{76E865FB-6B45-409A-A208-5FD14097A5B8}" type="presParOf" srcId="{3001C7C1-9824-490E-B2BC-6CF55D47397B}" destId="{D3D6F330-2D7F-42AC-B47D-D9B482C70ABC}" srcOrd="0" destOrd="0" presId="urn:microsoft.com/office/officeart/2005/8/layout/vList5"/>
    <dgm:cxn modelId="{A362F78D-F788-4A7E-ACA9-FF5E57CD2E80}" type="presParOf" srcId="{3001C7C1-9824-490E-B2BC-6CF55D47397B}" destId="{5351C14F-38FF-48B3-8F5D-D1AB1203F296}" srcOrd="1" destOrd="0" presId="urn:microsoft.com/office/officeart/2005/8/layout/vList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4DFD065-2FBA-4234-BCF8-C925B2817114}"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9C7872EB-5D7C-4735-9901-5B74061F9283}">
      <dgm:prSet phldrT="[Text]" custT="1"/>
      <dgm:spPr>
        <a:solidFill>
          <a:srgbClr val="2C95DD"/>
        </a:solidFill>
      </dgm:spPr>
      <dgm:t>
        <a:bodyPr/>
        <a:lstStyle/>
        <a:p>
          <a:pPr algn="ctr"/>
          <a:r>
            <a:rPr lang="en-US" sz="1500"/>
            <a:t>Network adapters</a:t>
          </a:r>
        </a:p>
      </dgm:t>
    </dgm:pt>
    <dgm:pt modelId="{36B15B97-CAD3-4E39-B95A-3CF0985499F7}" type="parTrans" cxnId="{F3E12819-DFDD-4E41-8672-0FB9C51129EC}">
      <dgm:prSet/>
      <dgm:spPr/>
      <dgm:t>
        <a:bodyPr/>
        <a:lstStyle/>
        <a:p>
          <a:endParaRPr lang="en-US"/>
        </a:p>
      </dgm:t>
    </dgm:pt>
    <dgm:pt modelId="{ADBBD08F-67ED-4848-BBF9-9053C6957265}" type="sibTrans" cxnId="{F3E12819-DFDD-4E41-8672-0FB9C51129EC}">
      <dgm:prSet/>
      <dgm:spPr/>
      <dgm:t>
        <a:bodyPr/>
        <a:lstStyle/>
        <a:p>
          <a:endParaRPr lang="en-US"/>
        </a:p>
      </dgm:t>
    </dgm:pt>
    <dgm:pt modelId="{AC398641-F75B-49B0-AAA0-3FDD29796580}">
      <dgm:prSet phldrT="[Text]" custT="1"/>
      <dgm:spPr>
        <a:solidFill>
          <a:srgbClr val="2C95DD"/>
        </a:solidFill>
      </dgm:spPr>
      <dgm:t>
        <a:bodyPr/>
        <a:lstStyle/>
        <a:p>
          <a:pPr algn="ctr"/>
          <a:r>
            <a:rPr lang="en-US" sz="1500"/>
            <a:t>Interconnecting devices</a:t>
          </a:r>
        </a:p>
      </dgm:t>
    </dgm:pt>
    <dgm:pt modelId="{07D91BC0-2E2A-461D-A121-5A51D4452482}" type="sibTrans" cxnId="{E7F166A4-0568-478E-AB87-2D7540EC0F6D}">
      <dgm:prSet/>
      <dgm:spPr/>
      <dgm:t>
        <a:bodyPr/>
        <a:lstStyle/>
        <a:p>
          <a:endParaRPr lang="en-US"/>
        </a:p>
      </dgm:t>
    </dgm:pt>
    <dgm:pt modelId="{1C207FBA-52A1-4559-8466-99CBB9692A60}" type="parTrans" cxnId="{E7F166A4-0568-478E-AB87-2D7540EC0F6D}">
      <dgm:prSet/>
      <dgm:spPr/>
      <dgm:t>
        <a:bodyPr/>
        <a:lstStyle/>
        <a:p>
          <a:endParaRPr lang="en-US"/>
        </a:p>
      </dgm:t>
    </dgm:pt>
    <dgm:pt modelId="{C743FFC3-A49F-457E-A1CC-A4D8CB253EDF}">
      <dgm:prSet phldrT="[Text]" custT="1"/>
      <dgm:spPr/>
      <dgm:t>
        <a:bodyPr lIns="109728" tIns="54864" rIns="109728" bIns="54864"/>
        <a:lstStyle/>
        <a:p>
          <a:r>
            <a:rPr lang="en-US" sz="1200"/>
            <a:t>Optical fiber cables are predominantly used to provide connectivity</a:t>
          </a:r>
        </a:p>
      </dgm:t>
    </dgm:pt>
    <dgm:pt modelId="{CAAE5DB7-5AD0-4C3C-941D-80F392827B3F}">
      <dgm:prSet phldrT="[Text]" custT="1"/>
      <dgm:spPr>
        <a:solidFill>
          <a:srgbClr val="2C95DD"/>
        </a:solidFill>
      </dgm:spPr>
      <dgm:t>
        <a:bodyPr/>
        <a:lstStyle/>
        <a:p>
          <a:pPr algn="ctr"/>
          <a:r>
            <a:rPr lang="en-US" sz="1500"/>
            <a:t>Cables and connectors</a:t>
          </a:r>
        </a:p>
      </dgm:t>
    </dgm:pt>
    <dgm:pt modelId="{930CFCDD-17F1-4EEE-857C-550DD99ABC4B}" type="sibTrans" cxnId="{DD6CF901-000B-4F0D-8469-9CB7712D941A}">
      <dgm:prSet/>
      <dgm:spPr/>
      <dgm:t>
        <a:bodyPr/>
        <a:lstStyle/>
        <a:p>
          <a:endParaRPr lang="en-US"/>
        </a:p>
      </dgm:t>
    </dgm:pt>
    <dgm:pt modelId="{EDFB1E03-1CA6-4920-AF8C-9D77FDFB231A}" type="parTrans" cxnId="{DD6CF901-000B-4F0D-8469-9CB7712D941A}">
      <dgm:prSet/>
      <dgm:spPr/>
      <dgm:t>
        <a:bodyPr/>
        <a:lstStyle/>
        <a:p>
          <a:endParaRPr lang="en-US"/>
        </a:p>
      </dgm:t>
    </dgm:pt>
    <dgm:pt modelId="{EA0306B6-9F98-4FDB-AD0A-60204F7FB0BA}" type="sibTrans" cxnId="{75A21059-086D-43E1-A661-9D2C12984236}">
      <dgm:prSet/>
      <dgm:spPr/>
      <dgm:t>
        <a:bodyPr/>
        <a:lstStyle/>
        <a:p>
          <a:endParaRPr lang="en-US"/>
        </a:p>
      </dgm:t>
    </dgm:pt>
    <dgm:pt modelId="{C1B007B0-5FF2-4D81-869A-A2E40CF26344}" type="parTrans" cxnId="{75A21059-086D-43E1-A661-9D2C12984236}">
      <dgm:prSet/>
      <dgm:spPr/>
      <dgm:t>
        <a:bodyPr/>
        <a:lstStyle/>
        <a:p>
          <a:endParaRPr lang="en-US"/>
        </a:p>
      </dgm:t>
    </dgm:pt>
    <dgm:pt modelId="{E2EED1A9-89AD-437B-9C19-5C8882ECA18B}">
      <dgm:prSet phldrT="[Text]" custT="1"/>
      <dgm:spPr/>
      <dgm:t>
        <a:bodyPr lIns="109728" tIns="54864" rIns="109728" bIns="54864"/>
        <a:lstStyle/>
        <a:p>
          <a:r>
            <a:rPr lang="en-US" sz="1200"/>
            <a:t>Provide physical interface to a node for communicating with other nodes</a:t>
          </a:r>
        </a:p>
      </dgm:t>
    </dgm:pt>
    <dgm:pt modelId="{9164A035-3F52-426A-BC60-2F7CA5B272F3}" type="parTrans" cxnId="{E1982276-CD2B-481A-8D15-C1D39EAEB987}">
      <dgm:prSet/>
      <dgm:spPr/>
      <dgm:t>
        <a:bodyPr/>
        <a:lstStyle/>
        <a:p>
          <a:endParaRPr lang="en-US"/>
        </a:p>
      </dgm:t>
    </dgm:pt>
    <dgm:pt modelId="{9E108158-DD11-4376-9735-0F270D020E29}" type="sibTrans" cxnId="{E1982276-CD2B-481A-8D15-C1D39EAEB987}">
      <dgm:prSet/>
      <dgm:spPr/>
      <dgm:t>
        <a:bodyPr/>
        <a:lstStyle/>
        <a:p>
          <a:endParaRPr lang="en-US"/>
        </a:p>
      </dgm:t>
    </dgm:pt>
    <dgm:pt modelId="{B0657416-D910-4161-AD55-3F63F47B6E69}">
      <dgm:prSet phldrT="[Text]" custT="1"/>
      <dgm:spPr/>
      <dgm:t>
        <a:bodyPr lIns="109728" tIns="54864" rIns="109728" bIns="54864"/>
        <a:lstStyle/>
        <a:p>
          <a:r>
            <a:rPr lang="en-US" sz="1200"/>
            <a:t>FC switches and directors</a:t>
          </a:r>
        </a:p>
      </dgm:t>
    </dgm:pt>
    <dgm:pt modelId="{5366F5E4-F50D-4118-9062-6D8269084ED1}" type="parTrans" cxnId="{E73B62EE-64FC-41A3-8C08-91346E5525A1}">
      <dgm:prSet/>
      <dgm:spPr/>
      <dgm:t>
        <a:bodyPr/>
        <a:lstStyle/>
        <a:p>
          <a:endParaRPr lang="en-US"/>
        </a:p>
      </dgm:t>
    </dgm:pt>
    <dgm:pt modelId="{36EA7470-1D42-4E23-B954-4E3DEF9C284E}" type="sibTrans" cxnId="{E73B62EE-64FC-41A3-8C08-91346E5525A1}">
      <dgm:prSet/>
      <dgm:spPr/>
      <dgm:t>
        <a:bodyPr/>
        <a:lstStyle/>
        <a:p>
          <a:endParaRPr lang="en-US"/>
        </a:p>
      </dgm:t>
    </dgm:pt>
    <dgm:pt modelId="{03DE3066-AA78-4B1B-99AB-A24F18C00DD3}">
      <dgm:prSet custT="1"/>
      <dgm:spPr/>
      <dgm:t>
        <a:bodyPr lIns="109728" tIns="54864" rIns="109728" bIns="54864"/>
        <a:lstStyle/>
        <a:p>
          <a:r>
            <a:rPr lang="en-US" sz="1200"/>
            <a:t>Examples: FC HBAs and storage system front-end adapters</a:t>
          </a:r>
        </a:p>
      </dgm:t>
    </dgm:pt>
    <dgm:pt modelId="{6DAC2C7C-4974-4CE7-91ED-67606977C9F9}" type="parTrans" cxnId="{34B5B470-11F6-4169-B971-88A2D02C4CC0}">
      <dgm:prSet/>
      <dgm:spPr/>
      <dgm:t>
        <a:bodyPr/>
        <a:lstStyle/>
        <a:p>
          <a:endParaRPr lang="en-US"/>
        </a:p>
      </dgm:t>
    </dgm:pt>
    <dgm:pt modelId="{B7D2AC61-E0FF-46E5-ACB5-1AF1D2F6C1F6}" type="sibTrans" cxnId="{34B5B470-11F6-4169-B971-88A2D02C4CC0}">
      <dgm:prSet/>
      <dgm:spPr/>
      <dgm:t>
        <a:bodyPr/>
        <a:lstStyle/>
        <a:p>
          <a:endParaRPr lang="en-US"/>
        </a:p>
      </dgm:t>
    </dgm:pt>
    <dgm:pt modelId="{DC4CC8F3-3C53-4A04-8FA5-02C94F52E288}">
      <dgm:prSet custT="1"/>
      <dgm:spPr/>
      <dgm:t>
        <a:bodyPr lIns="109728" tIns="54864" rIns="109728" bIns="54864"/>
        <a:lstStyle/>
        <a:p>
          <a:r>
            <a:rPr lang="en-US" sz="1200"/>
            <a:t>Connectors enable cables to be swiftly connected to and disconnected from ports</a:t>
          </a:r>
        </a:p>
      </dgm:t>
    </dgm:pt>
    <dgm:pt modelId="{DAA809AF-FF3B-4DF7-959C-E27A6D766D2E}" type="parTrans" cxnId="{251182C6-DC94-47D1-90B3-103F3C048892}">
      <dgm:prSet/>
      <dgm:spPr/>
      <dgm:t>
        <a:bodyPr/>
        <a:lstStyle/>
        <a:p>
          <a:endParaRPr lang="en-US"/>
        </a:p>
      </dgm:t>
    </dgm:pt>
    <dgm:pt modelId="{76CA2812-691D-4BF1-8EE8-FE66D9825816}" type="sibTrans" cxnId="{251182C6-DC94-47D1-90B3-103F3C048892}">
      <dgm:prSet/>
      <dgm:spPr/>
      <dgm:t>
        <a:bodyPr/>
        <a:lstStyle/>
        <a:p>
          <a:endParaRPr lang="en-US"/>
        </a:p>
      </dgm:t>
    </dgm:pt>
    <dgm:pt modelId="{80292E3E-3CE8-43D3-B34B-41BED37D41DC}">
      <dgm:prSet custT="1"/>
      <dgm:spPr/>
      <dgm:t>
        <a:bodyPr lIns="109728" tIns="54864" rIns="109728" bIns="54864"/>
        <a:lstStyle/>
        <a:p>
          <a:r>
            <a:rPr lang="en-US" sz="1200"/>
            <a:t>Directors have a modular design, a higher port count, and better fault-tolerance</a:t>
          </a:r>
        </a:p>
      </dgm:t>
    </dgm:pt>
    <dgm:pt modelId="{70109E6E-484A-46E5-ADAC-B587881061A7}" type="parTrans" cxnId="{1E3A80B7-BF5F-45B0-A4ED-FF40781C2322}">
      <dgm:prSet/>
      <dgm:spPr/>
      <dgm:t>
        <a:bodyPr/>
        <a:lstStyle/>
        <a:p>
          <a:endParaRPr lang="en-US"/>
        </a:p>
      </dgm:t>
    </dgm:pt>
    <dgm:pt modelId="{F76C7B27-5CF4-44F7-B4E4-E208A796A9AF}" type="sibTrans" cxnId="{1E3A80B7-BF5F-45B0-A4ED-FF40781C2322}">
      <dgm:prSet/>
      <dgm:spPr/>
      <dgm:t>
        <a:bodyPr/>
        <a:lstStyle/>
        <a:p>
          <a:endParaRPr lang="en-US"/>
        </a:p>
      </dgm:t>
    </dgm:pt>
    <dgm:pt modelId="{D8898383-11E8-4170-B6A3-7559E735F42E}">
      <dgm:prSet custT="1"/>
      <dgm:spPr/>
      <dgm:t>
        <a:bodyPr lIns="109728" tIns="54864" rIns="109728" bIns="54864"/>
        <a:lstStyle/>
        <a:p>
          <a:r>
            <a:rPr lang="en-US" sz="1200"/>
            <a:t>Switches either have a fixed port count or a modular design</a:t>
          </a:r>
        </a:p>
      </dgm:t>
    </dgm:pt>
    <dgm:pt modelId="{82E22AF0-179B-4F9F-B182-60BFF4B40E58}" type="parTrans" cxnId="{AEB81959-4048-4E01-8F72-1050A071420F}">
      <dgm:prSet/>
      <dgm:spPr/>
      <dgm:t>
        <a:bodyPr/>
        <a:lstStyle/>
        <a:p>
          <a:endParaRPr lang="en-US"/>
        </a:p>
      </dgm:t>
    </dgm:pt>
    <dgm:pt modelId="{559A893B-C06D-429E-AF6F-FCEF95B1BAC5}" type="sibTrans" cxnId="{AEB81959-4048-4E01-8F72-1050A071420F}">
      <dgm:prSet/>
      <dgm:spPr/>
      <dgm:t>
        <a:bodyPr/>
        <a:lstStyle/>
        <a:p>
          <a:endParaRPr lang="en-US"/>
        </a:p>
      </dgm:t>
    </dgm:pt>
    <dgm:pt modelId="{5B1E25DB-39E0-4933-BD74-0510C0D66099}" type="pres">
      <dgm:prSet presAssocID="{A4DFD065-2FBA-4234-BCF8-C925B2817114}" presName="Name0" presStyleCnt="0">
        <dgm:presLayoutVars>
          <dgm:dir/>
          <dgm:animLvl val="lvl"/>
          <dgm:resizeHandles val="exact"/>
        </dgm:presLayoutVars>
      </dgm:prSet>
      <dgm:spPr/>
      <dgm:t>
        <a:bodyPr/>
        <a:lstStyle/>
        <a:p>
          <a:endParaRPr lang="en-US"/>
        </a:p>
      </dgm:t>
    </dgm:pt>
    <dgm:pt modelId="{BCD07672-96E6-4763-A3C8-B049BBD0191B}" type="pres">
      <dgm:prSet presAssocID="{9C7872EB-5D7C-4735-9901-5B74061F9283}" presName="linNode" presStyleCnt="0"/>
      <dgm:spPr/>
    </dgm:pt>
    <dgm:pt modelId="{E1C507B0-CE90-4E03-B4DF-959306DBB7D4}" type="pres">
      <dgm:prSet presAssocID="{9C7872EB-5D7C-4735-9901-5B74061F9283}" presName="parentText" presStyleLbl="node1" presStyleIdx="0" presStyleCnt="3">
        <dgm:presLayoutVars>
          <dgm:chMax val="1"/>
          <dgm:bulletEnabled val="1"/>
        </dgm:presLayoutVars>
      </dgm:prSet>
      <dgm:spPr/>
      <dgm:t>
        <a:bodyPr/>
        <a:lstStyle/>
        <a:p>
          <a:endParaRPr lang="en-US"/>
        </a:p>
      </dgm:t>
    </dgm:pt>
    <dgm:pt modelId="{3B0AC266-B5BD-49ED-992C-2AC7D9193D50}" type="pres">
      <dgm:prSet presAssocID="{9C7872EB-5D7C-4735-9901-5B74061F9283}" presName="descendantText" presStyleLbl="alignAccFollowNode1" presStyleIdx="0" presStyleCnt="3">
        <dgm:presLayoutVars>
          <dgm:bulletEnabled val="1"/>
        </dgm:presLayoutVars>
      </dgm:prSet>
      <dgm:spPr/>
      <dgm:t>
        <a:bodyPr/>
        <a:lstStyle/>
        <a:p>
          <a:endParaRPr lang="en-US"/>
        </a:p>
      </dgm:t>
    </dgm:pt>
    <dgm:pt modelId="{56EB9B2A-DE28-4701-AC59-5E5AD3297FFA}" type="pres">
      <dgm:prSet presAssocID="{ADBBD08F-67ED-4848-BBF9-9053C6957265}" presName="sp" presStyleCnt="0"/>
      <dgm:spPr/>
    </dgm:pt>
    <dgm:pt modelId="{82E8703B-9389-4707-9CD6-8F7B7455816D}" type="pres">
      <dgm:prSet presAssocID="{CAAE5DB7-5AD0-4C3C-941D-80F392827B3F}" presName="linNode" presStyleCnt="0"/>
      <dgm:spPr/>
    </dgm:pt>
    <dgm:pt modelId="{F5F5DCD5-B94E-4374-9972-CB76AD36F8A2}" type="pres">
      <dgm:prSet presAssocID="{CAAE5DB7-5AD0-4C3C-941D-80F392827B3F}" presName="parentText" presStyleLbl="node1" presStyleIdx="1" presStyleCnt="3">
        <dgm:presLayoutVars>
          <dgm:chMax val="1"/>
          <dgm:bulletEnabled val="1"/>
        </dgm:presLayoutVars>
      </dgm:prSet>
      <dgm:spPr/>
      <dgm:t>
        <a:bodyPr/>
        <a:lstStyle/>
        <a:p>
          <a:endParaRPr lang="en-US"/>
        </a:p>
      </dgm:t>
    </dgm:pt>
    <dgm:pt modelId="{227BF414-BF92-4AC7-8B37-F08BED37A5BA}" type="pres">
      <dgm:prSet presAssocID="{CAAE5DB7-5AD0-4C3C-941D-80F392827B3F}" presName="descendantText" presStyleLbl="alignAccFollowNode1" presStyleIdx="1" presStyleCnt="3">
        <dgm:presLayoutVars>
          <dgm:bulletEnabled val="1"/>
        </dgm:presLayoutVars>
      </dgm:prSet>
      <dgm:spPr/>
      <dgm:t>
        <a:bodyPr/>
        <a:lstStyle/>
        <a:p>
          <a:endParaRPr lang="en-US"/>
        </a:p>
      </dgm:t>
    </dgm:pt>
    <dgm:pt modelId="{D728C519-5F74-4EE9-A664-FAA27C5B3C95}" type="pres">
      <dgm:prSet presAssocID="{930CFCDD-17F1-4EEE-857C-550DD99ABC4B}" presName="sp" presStyleCnt="0"/>
      <dgm:spPr/>
    </dgm:pt>
    <dgm:pt modelId="{CB0A9CEC-4970-4E9A-8D2C-D5476F2E81BE}" type="pres">
      <dgm:prSet presAssocID="{AC398641-F75B-49B0-AAA0-3FDD29796580}" presName="linNode" presStyleCnt="0"/>
      <dgm:spPr/>
    </dgm:pt>
    <dgm:pt modelId="{E8197B1A-9EDC-44B3-B9A6-A286E453E106}" type="pres">
      <dgm:prSet presAssocID="{AC398641-F75B-49B0-AAA0-3FDD29796580}" presName="parentText" presStyleLbl="node1" presStyleIdx="2" presStyleCnt="3">
        <dgm:presLayoutVars>
          <dgm:chMax val="1"/>
          <dgm:bulletEnabled val="1"/>
        </dgm:presLayoutVars>
      </dgm:prSet>
      <dgm:spPr/>
      <dgm:t>
        <a:bodyPr/>
        <a:lstStyle/>
        <a:p>
          <a:endParaRPr lang="en-US"/>
        </a:p>
      </dgm:t>
    </dgm:pt>
    <dgm:pt modelId="{17FDFF8D-5754-40A6-90C0-1FF65591B9FB}" type="pres">
      <dgm:prSet presAssocID="{AC398641-F75B-49B0-AAA0-3FDD29796580}" presName="descendantText" presStyleLbl="alignAccFollowNode1" presStyleIdx="2" presStyleCnt="3">
        <dgm:presLayoutVars>
          <dgm:bulletEnabled val="1"/>
        </dgm:presLayoutVars>
      </dgm:prSet>
      <dgm:spPr/>
      <dgm:t>
        <a:bodyPr/>
        <a:lstStyle/>
        <a:p>
          <a:endParaRPr lang="en-US"/>
        </a:p>
      </dgm:t>
    </dgm:pt>
  </dgm:ptLst>
  <dgm:cxnLst>
    <dgm:cxn modelId="{8BDF82B8-DB75-4434-BB4D-C6FBD2D340E3}" type="presOf" srcId="{9C7872EB-5D7C-4735-9901-5B74061F9283}" destId="{E1C507B0-CE90-4E03-B4DF-959306DBB7D4}" srcOrd="0" destOrd="0" presId="urn:microsoft.com/office/officeart/2005/8/layout/vList5"/>
    <dgm:cxn modelId="{1E3A80B7-BF5F-45B0-A4ED-FF40781C2322}" srcId="{AC398641-F75B-49B0-AAA0-3FDD29796580}" destId="{80292E3E-3CE8-43D3-B34B-41BED37D41DC}" srcOrd="1" destOrd="0" parTransId="{70109E6E-484A-46E5-ADAC-B587881061A7}" sibTransId="{F76C7B27-5CF4-44F7-B4E4-E208A796A9AF}"/>
    <dgm:cxn modelId="{A9EA3EF5-007D-4A84-9000-958144D30F8D}" type="presOf" srcId="{80292E3E-3CE8-43D3-B34B-41BED37D41DC}" destId="{17FDFF8D-5754-40A6-90C0-1FF65591B9FB}" srcOrd="0" destOrd="1" presId="urn:microsoft.com/office/officeart/2005/8/layout/vList5"/>
    <dgm:cxn modelId="{251182C6-DC94-47D1-90B3-103F3C048892}" srcId="{CAAE5DB7-5AD0-4C3C-941D-80F392827B3F}" destId="{DC4CC8F3-3C53-4A04-8FA5-02C94F52E288}" srcOrd="1" destOrd="0" parTransId="{DAA809AF-FF3B-4DF7-959C-E27A6D766D2E}" sibTransId="{76CA2812-691D-4BF1-8EE8-FE66D9825816}"/>
    <dgm:cxn modelId="{7FB1F172-61B3-4422-B9A6-581A8022B74D}" type="presOf" srcId="{AC398641-F75B-49B0-AAA0-3FDD29796580}" destId="{E8197B1A-9EDC-44B3-B9A6-A286E453E106}" srcOrd="0" destOrd="0" presId="urn:microsoft.com/office/officeart/2005/8/layout/vList5"/>
    <dgm:cxn modelId="{DD6CF901-000B-4F0D-8469-9CB7712D941A}" srcId="{A4DFD065-2FBA-4234-BCF8-C925B2817114}" destId="{CAAE5DB7-5AD0-4C3C-941D-80F392827B3F}" srcOrd="1" destOrd="0" parTransId="{EDFB1E03-1CA6-4920-AF8C-9D77FDFB231A}" sibTransId="{930CFCDD-17F1-4EEE-857C-550DD99ABC4B}"/>
    <dgm:cxn modelId="{7D573FC0-63F2-4476-BD0F-A1C325250758}" type="presOf" srcId="{CAAE5DB7-5AD0-4C3C-941D-80F392827B3F}" destId="{F5F5DCD5-B94E-4374-9972-CB76AD36F8A2}" srcOrd="0" destOrd="0" presId="urn:microsoft.com/office/officeart/2005/8/layout/vList5"/>
    <dgm:cxn modelId="{34B5B470-11F6-4169-B971-88A2D02C4CC0}" srcId="{9C7872EB-5D7C-4735-9901-5B74061F9283}" destId="{03DE3066-AA78-4B1B-99AB-A24F18C00DD3}" srcOrd="1" destOrd="0" parTransId="{6DAC2C7C-4974-4CE7-91ED-67606977C9F9}" sibTransId="{B7D2AC61-E0FF-46E5-ACB5-1AF1D2F6C1F6}"/>
    <dgm:cxn modelId="{E1982276-CD2B-481A-8D15-C1D39EAEB987}" srcId="{9C7872EB-5D7C-4735-9901-5B74061F9283}" destId="{E2EED1A9-89AD-437B-9C19-5C8882ECA18B}" srcOrd="0" destOrd="0" parTransId="{9164A035-3F52-426A-BC60-2F7CA5B272F3}" sibTransId="{9E108158-DD11-4376-9735-0F270D020E29}"/>
    <dgm:cxn modelId="{F3E12819-DFDD-4E41-8672-0FB9C51129EC}" srcId="{A4DFD065-2FBA-4234-BCF8-C925B2817114}" destId="{9C7872EB-5D7C-4735-9901-5B74061F9283}" srcOrd="0" destOrd="0" parTransId="{36B15B97-CAD3-4E39-B95A-3CF0985499F7}" sibTransId="{ADBBD08F-67ED-4848-BBF9-9053C6957265}"/>
    <dgm:cxn modelId="{E73B62EE-64FC-41A3-8C08-91346E5525A1}" srcId="{AC398641-F75B-49B0-AAA0-3FDD29796580}" destId="{B0657416-D910-4161-AD55-3F63F47B6E69}" srcOrd="0" destOrd="0" parTransId="{5366F5E4-F50D-4118-9062-6D8269084ED1}" sibTransId="{36EA7470-1D42-4E23-B954-4E3DEF9C284E}"/>
    <dgm:cxn modelId="{E7F166A4-0568-478E-AB87-2D7540EC0F6D}" srcId="{A4DFD065-2FBA-4234-BCF8-C925B2817114}" destId="{AC398641-F75B-49B0-AAA0-3FDD29796580}" srcOrd="2" destOrd="0" parTransId="{1C207FBA-52A1-4559-8466-99CBB9692A60}" sibTransId="{07D91BC0-2E2A-461D-A121-5A51D4452482}"/>
    <dgm:cxn modelId="{B092F32E-DE0B-4C19-847D-E5DBD0E2481D}" type="presOf" srcId="{C743FFC3-A49F-457E-A1CC-A4D8CB253EDF}" destId="{227BF414-BF92-4AC7-8B37-F08BED37A5BA}" srcOrd="0" destOrd="0" presId="urn:microsoft.com/office/officeart/2005/8/layout/vList5"/>
    <dgm:cxn modelId="{75A21059-086D-43E1-A661-9D2C12984236}" srcId="{CAAE5DB7-5AD0-4C3C-941D-80F392827B3F}" destId="{C743FFC3-A49F-457E-A1CC-A4D8CB253EDF}" srcOrd="0" destOrd="0" parTransId="{C1B007B0-5FF2-4D81-869A-A2E40CF26344}" sibTransId="{EA0306B6-9F98-4FDB-AD0A-60204F7FB0BA}"/>
    <dgm:cxn modelId="{8087119F-97DA-41FB-841C-64C03A0A8FD8}" type="presOf" srcId="{A4DFD065-2FBA-4234-BCF8-C925B2817114}" destId="{5B1E25DB-39E0-4933-BD74-0510C0D66099}" srcOrd="0" destOrd="0" presId="urn:microsoft.com/office/officeart/2005/8/layout/vList5"/>
    <dgm:cxn modelId="{AEB81959-4048-4E01-8F72-1050A071420F}" srcId="{AC398641-F75B-49B0-AAA0-3FDD29796580}" destId="{D8898383-11E8-4170-B6A3-7559E735F42E}" srcOrd="2" destOrd="0" parTransId="{82E22AF0-179B-4F9F-B182-60BFF4B40E58}" sibTransId="{559A893B-C06D-429E-AF6F-FCEF95B1BAC5}"/>
    <dgm:cxn modelId="{2C4ADEE4-05E7-473B-94ED-5401A927EAC7}" type="presOf" srcId="{D8898383-11E8-4170-B6A3-7559E735F42E}" destId="{17FDFF8D-5754-40A6-90C0-1FF65591B9FB}" srcOrd="0" destOrd="2" presId="urn:microsoft.com/office/officeart/2005/8/layout/vList5"/>
    <dgm:cxn modelId="{F6CE8CD6-91F8-4B1C-A192-853FB198F86F}" type="presOf" srcId="{B0657416-D910-4161-AD55-3F63F47B6E69}" destId="{17FDFF8D-5754-40A6-90C0-1FF65591B9FB}" srcOrd="0" destOrd="0" presId="urn:microsoft.com/office/officeart/2005/8/layout/vList5"/>
    <dgm:cxn modelId="{6B3A4BA6-630B-459B-AC0B-2110985264AE}" type="presOf" srcId="{E2EED1A9-89AD-437B-9C19-5C8882ECA18B}" destId="{3B0AC266-B5BD-49ED-992C-2AC7D9193D50}" srcOrd="0" destOrd="0" presId="urn:microsoft.com/office/officeart/2005/8/layout/vList5"/>
    <dgm:cxn modelId="{A07EDEE3-BFAD-470A-97A0-E14EF617F28D}" type="presOf" srcId="{DC4CC8F3-3C53-4A04-8FA5-02C94F52E288}" destId="{227BF414-BF92-4AC7-8B37-F08BED37A5BA}" srcOrd="0" destOrd="1" presId="urn:microsoft.com/office/officeart/2005/8/layout/vList5"/>
    <dgm:cxn modelId="{48B835CA-5238-4593-961B-EE3E36C7447F}" type="presOf" srcId="{03DE3066-AA78-4B1B-99AB-A24F18C00DD3}" destId="{3B0AC266-B5BD-49ED-992C-2AC7D9193D50}" srcOrd="0" destOrd="1" presId="urn:microsoft.com/office/officeart/2005/8/layout/vList5"/>
    <dgm:cxn modelId="{2DA65572-273D-4BF6-9FC8-06431643A6C9}" type="presParOf" srcId="{5B1E25DB-39E0-4933-BD74-0510C0D66099}" destId="{BCD07672-96E6-4763-A3C8-B049BBD0191B}" srcOrd="0" destOrd="0" presId="urn:microsoft.com/office/officeart/2005/8/layout/vList5"/>
    <dgm:cxn modelId="{D1EC3C20-4C25-451E-B18B-9D83DA081218}" type="presParOf" srcId="{BCD07672-96E6-4763-A3C8-B049BBD0191B}" destId="{E1C507B0-CE90-4E03-B4DF-959306DBB7D4}" srcOrd="0" destOrd="0" presId="urn:microsoft.com/office/officeart/2005/8/layout/vList5"/>
    <dgm:cxn modelId="{A735445C-ABC6-480C-AF77-8DCCD5D974E9}" type="presParOf" srcId="{BCD07672-96E6-4763-A3C8-B049BBD0191B}" destId="{3B0AC266-B5BD-49ED-992C-2AC7D9193D50}" srcOrd="1" destOrd="0" presId="urn:microsoft.com/office/officeart/2005/8/layout/vList5"/>
    <dgm:cxn modelId="{9DC0E833-E7F6-43E8-9C16-D8B0C40A84B3}" type="presParOf" srcId="{5B1E25DB-39E0-4933-BD74-0510C0D66099}" destId="{56EB9B2A-DE28-4701-AC59-5E5AD3297FFA}" srcOrd="1" destOrd="0" presId="urn:microsoft.com/office/officeart/2005/8/layout/vList5"/>
    <dgm:cxn modelId="{01E87EA9-8610-41C0-8C87-04B67D005FF8}" type="presParOf" srcId="{5B1E25DB-39E0-4933-BD74-0510C0D66099}" destId="{82E8703B-9389-4707-9CD6-8F7B7455816D}" srcOrd="2" destOrd="0" presId="urn:microsoft.com/office/officeart/2005/8/layout/vList5"/>
    <dgm:cxn modelId="{1BDA03FE-DE17-4520-A46F-964FBB4081E2}" type="presParOf" srcId="{82E8703B-9389-4707-9CD6-8F7B7455816D}" destId="{F5F5DCD5-B94E-4374-9972-CB76AD36F8A2}" srcOrd="0" destOrd="0" presId="urn:microsoft.com/office/officeart/2005/8/layout/vList5"/>
    <dgm:cxn modelId="{16A71245-30A6-4414-96DD-0B70E6FC07A4}" type="presParOf" srcId="{82E8703B-9389-4707-9CD6-8F7B7455816D}" destId="{227BF414-BF92-4AC7-8B37-F08BED37A5BA}" srcOrd="1" destOrd="0" presId="urn:microsoft.com/office/officeart/2005/8/layout/vList5"/>
    <dgm:cxn modelId="{A90B1607-DF5F-42E7-9B20-3474496C4D54}" type="presParOf" srcId="{5B1E25DB-39E0-4933-BD74-0510C0D66099}" destId="{D728C519-5F74-4EE9-A664-FAA27C5B3C95}" srcOrd="3" destOrd="0" presId="urn:microsoft.com/office/officeart/2005/8/layout/vList5"/>
    <dgm:cxn modelId="{2C808E9E-3102-45A8-B26E-3F5553F0478E}" type="presParOf" srcId="{5B1E25DB-39E0-4933-BD74-0510C0D66099}" destId="{CB0A9CEC-4970-4E9A-8D2C-D5476F2E81BE}" srcOrd="4" destOrd="0" presId="urn:microsoft.com/office/officeart/2005/8/layout/vList5"/>
    <dgm:cxn modelId="{6FD8F259-CDD5-4E7C-B262-E96AE57DFFE5}" type="presParOf" srcId="{CB0A9CEC-4970-4E9A-8D2C-D5476F2E81BE}" destId="{E8197B1A-9EDC-44B3-B9A6-A286E453E106}" srcOrd="0" destOrd="0" presId="urn:microsoft.com/office/officeart/2005/8/layout/vList5"/>
    <dgm:cxn modelId="{1110C0B5-8905-4704-A23E-A3EF5113A339}" type="presParOf" srcId="{CB0A9CEC-4970-4E9A-8D2C-D5476F2E81BE}" destId="{17FDFF8D-5754-40A6-90C0-1FF65591B9FB}" srcOrd="1" destOrd="0" presId="urn:microsoft.com/office/officeart/2005/8/layout/vList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0AC266-B5BD-49ED-992C-2AC7D9193D50}">
      <dsp:nvSpPr>
        <dsp:cNvPr id="0" name=""/>
        <dsp:cNvSpPr/>
      </dsp:nvSpPr>
      <dsp:spPr>
        <a:xfrm rot="5400000">
          <a:off x="5488038" y="-2375695"/>
          <a:ext cx="527074" cy="54132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9728" tIns="54864" rIns="109728" bIns="54864" numCol="1" spcCol="1270" anchor="ctr" anchorCtr="0">
          <a:noAutofit/>
        </a:bodyPr>
        <a:lstStyle/>
        <a:p>
          <a:pPr marL="114300" lvl="1" indent="-114300" algn="l" defTabSz="533400">
            <a:lnSpc>
              <a:spcPct val="90000"/>
            </a:lnSpc>
            <a:spcBef>
              <a:spcPct val="0"/>
            </a:spcBef>
            <a:spcAft>
              <a:spcPct val="15000"/>
            </a:spcAft>
            <a:buChar char="••"/>
          </a:pPr>
          <a:r>
            <a:rPr lang="en-US" sz="1200" kern="1200"/>
            <a:t>An IC that executes software programs by performing arithmetical, logical, and input/output operations</a:t>
          </a:r>
        </a:p>
      </dsp:txBody>
      <dsp:txXfrm rot="-5400000">
        <a:off x="3044951" y="93122"/>
        <a:ext cx="5387518" cy="475614"/>
      </dsp:txXfrm>
    </dsp:sp>
    <dsp:sp modelId="{E1C507B0-CE90-4E03-B4DF-959306DBB7D4}">
      <dsp:nvSpPr>
        <dsp:cNvPr id="0" name=""/>
        <dsp:cNvSpPr/>
      </dsp:nvSpPr>
      <dsp:spPr>
        <a:xfrm>
          <a:off x="0" y="1506"/>
          <a:ext cx="3044952" cy="658843"/>
        </a:xfrm>
        <a:prstGeom prst="roundRect">
          <a:avLst/>
        </a:prstGeom>
        <a:solidFill>
          <a:srgbClr val="2C95DD"/>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28575" rIns="57150" bIns="28575" numCol="1" spcCol="1270" anchor="ctr" anchorCtr="0">
          <a:noAutofit/>
        </a:bodyPr>
        <a:lstStyle/>
        <a:p>
          <a:pPr lvl="0" algn="ctr" defTabSz="666750">
            <a:lnSpc>
              <a:spcPct val="90000"/>
            </a:lnSpc>
            <a:spcBef>
              <a:spcPct val="0"/>
            </a:spcBef>
            <a:spcAft>
              <a:spcPct val="35000"/>
            </a:spcAft>
          </a:pPr>
          <a:r>
            <a:rPr lang="en-US" sz="1500" kern="1200"/>
            <a:t>Processor</a:t>
          </a:r>
        </a:p>
      </dsp:txBody>
      <dsp:txXfrm>
        <a:off x="32162" y="33668"/>
        <a:ext cx="2980628" cy="594519"/>
      </dsp:txXfrm>
    </dsp:sp>
    <dsp:sp modelId="{227BF414-BF92-4AC7-8B37-F08BED37A5BA}">
      <dsp:nvSpPr>
        <dsp:cNvPr id="0" name=""/>
        <dsp:cNvSpPr/>
      </dsp:nvSpPr>
      <dsp:spPr>
        <a:xfrm rot="5400000">
          <a:off x="5488038" y="-1683909"/>
          <a:ext cx="527074" cy="54132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9728" tIns="54864" rIns="109728" bIns="54864"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A volatile data storage device containing the programs for execution and the data used by the processor</a:t>
          </a:r>
        </a:p>
      </dsp:txBody>
      <dsp:txXfrm rot="-5400000">
        <a:off x="3044951" y="784908"/>
        <a:ext cx="5387518" cy="475614"/>
      </dsp:txXfrm>
    </dsp:sp>
    <dsp:sp modelId="{F5F5DCD5-B94E-4374-9972-CB76AD36F8A2}">
      <dsp:nvSpPr>
        <dsp:cNvPr id="0" name=""/>
        <dsp:cNvSpPr/>
      </dsp:nvSpPr>
      <dsp:spPr>
        <a:xfrm>
          <a:off x="0" y="693292"/>
          <a:ext cx="3044952" cy="658843"/>
        </a:xfrm>
        <a:prstGeom prst="roundRect">
          <a:avLst/>
        </a:prstGeom>
        <a:solidFill>
          <a:srgbClr val="2C95DD"/>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28575" rIns="57150" bIns="28575" numCol="1" spcCol="1270" anchor="ctr" anchorCtr="0">
          <a:noAutofit/>
        </a:bodyPr>
        <a:lstStyle/>
        <a:p>
          <a:pPr lvl="0" algn="ctr" defTabSz="666750">
            <a:lnSpc>
              <a:spcPct val="90000"/>
            </a:lnSpc>
            <a:spcBef>
              <a:spcPct val="0"/>
            </a:spcBef>
            <a:spcAft>
              <a:spcPct val="35000"/>
            </a:spcAft>
          </a:pPr>
          <a:r>
            <a:rPr lang="en-US" sz="1500" kern="1200"/>
            <a:t>Random-Access Memory</a:t>
          </a:r>
        </a:p>
      </dsp:txBody>
      <dsp:txXfrm>
        <a:off x="32162" y="725454"/>
        <a:ext cx="2980628" cy="594519"/>
      </dsp:txXfrm>
    </dsp:sp>
    <dsp:sp modelId="{17FDFF8D-5754-40A6-90C0-1FF65591B9FB}">
      <dsp:nvSpPr>
        <dsp:cNvPr id="0" name=""/>
        <dsp:cNvSpPr/>
      </dsp:nvSpPr>
      <dsp:spPr>
        <a:xfrm rot="5400000">
          <a:off x="5488038" y="-992124"/>
          <a:ext cx="527074" cy="54132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9728" tIns="54864" rIns="109728" bIns="54864"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A semiconductor memory containing boot, power management, and other device-specific firmware</a:t>
          </a:r>
        </a:p>
      </dsp:txBody>
      <dsp:txXfrm rot="-5400000">
        <a:off x="3044951" y="1476693"/>
        <a:ext cx="5387518" cy="475614"/>
      </dsp:txXfrm>
    </dsp:sp>
    <dsp:sp modelId="{E8197B1A-9EDC-44B3-B9A6-A286E453E106}">
      <dsp:nvSpPr>
        <dsp:cNvPr id="0" name=""/>
        <dsp:cNvSpPr/>
      </dsp:nvSpPr>
      <dsp:spPr>
        <a:xfrm>
          <a:off x="0" y="1385078"/>
          <a:ext cx="3044952" cy="658843"/>
        </a:xfrm>
        <a:prstGeom prst="roundRect">
          <a:avLst/>
        </a:prstGeom>
        <a:solidFill>
          <a:srgbClr val="2C95DD"/>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28575" rIns="57150" bIns="28575" numCol="1" spcCol="1270" anchor="ctr" anchorCtr="0">
          <a:noAutofit/>
        </a:bodyPr>
        <a:lstStyle/>
        <a:p>
          <a:pPr lvl="0" algn="ctr" defTabSz="666750">
            <a:lnSpc>
              <a:spcPct val="90000"/>
            </a:lnSpc>
            <a:spcBef>
              <a:spcPct val="0"/>
            </a:spcBef>
            <a:spcAft>
              <a:spcPct val="35000"/>
            </a:spcAft>
          </a:pPr>
          <a:r>
            <a:rPr lang="en-US" sz="1500" kern="1200"/>
            <a:t>Read-Only Memory</a:t>
          </a:r>
        </a:p>
      </dsp:txBody>
      <dsp:txXfrm>
        <a:off x="32162" y="1417240"/>
        <a:ext cx="2980628" cy="594519"/>
      </dsp:txXfrm>
    </dsp:sp>
    <dsp:sp modelId="{89459BF7-18C8-4DF4-A462-781838CCED8C}">
      <dsp:nvSpPr>
        <dsp:cNvPr id="0" name=""/>
        <dsp:cNvSpPr/>
      </dsp:nvSpPr>
      <dsp:spPr>
        <a:xfrm rot="5400000">
          <a:off x="5488038" y="-300338"/>
          <a:ext cx="527074" cy="54132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9728" tIns="54864" rIns="109728" bIns="54864" numCol="1" spcCol="1270" anchor="ctr" anchorCtr="0">
          <a:noAutofit/>
        </a:bodyPr>
        <a:lstStyle/>
        <a:p>
          <a:pPr marL="114300" lvl="1" indent="-114300" algn="l" defTabSz="533400">
            <a:lnSpc>
              <a:spcPct val="90000"/>
            </a:lnSpc>
            <a:spcBef>
              <a:spcPct val="0"/>
            </a:spcBef>
            <a:spcAft>
              <a:spcPct val="15000"/>
            </a:spcAft>
            <a:buChar char="••"/>
          </a:pPr>
          <a:r>
            <a:rPr lang="en-US" sz="1200" kern="1200"/>
            <a:t>A PCB that holds the processor, RAM, ROM, network and I/O ports, and other integrated components, such as GPU and NIC</a:t>
          </a:r>
        </a:p>
      </dsp:txBody>
      <dsp:txXfrm rot="-5400000">
        <a:off x="3044951" y="2168479"/>
        <a:ext cx="5387518" cy="475614"/>
      </dsp:txXfrm>
    </dsp:sp>
    <dsp:sp modelId="{6B00BC4D-46E6-49C4-8822-FDB71BC59661}">
      <dsp:nvSpPr>
        <dsp:cNvPr id="0" name=""/>
        <dsp:cNvSpPr/>
      </dsp:nvSpPr>
      <dsp:spPr>
        <a:xfrm>
          <a:off x="0" y="2076863"/>
          <a:ext cx="3044952" cy="658843"/>
        </a:xfrm>
        <a:prstGeom prst="roundRect">
          <a:avLst/>
        </a:prstGeom>
        <a:solidFill>
          <a:srgbClr val="2C95DD"/>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28575" rIns="57150" bIns="28575" numCol="1" spcCol="1270" anchor="ctr" anchorCtr="0">
          <a:noAutofit/>
        </a:bodyPr>
        <a:lstStyle/>
        <a:p>
          <a:pPr lvl="0" algn="ctr" defTabSz="666750">
            <a:lnSpc>
              <a:spcPct val="90000"/>
            </a:lnSpc>
            <a:spcBef>
              <a:spcPct val="0"/>
            </a:spcBef>
            <a:spcAft>
              <a:spcPct val="35000"/>
            </a:spcAft>
          </a:pPr>
          <a:r>
            <a:rPr lang="en-US" sz="1500" kern="1200"/>
            <a:t>Motherboard</a:t>
          </a:r>
        </a:p>
      </dsp:txBody>
      <dsp:txXfrm>
        <a:off x="32162" y="2109025"/>
        <a:ext cx="2980628" cy="594519"/>
      </dsp:txXfrm>
    </dsp:sp>
    <dsp:sp modelId="{608FF975-C0BC-4776-BD9D-61C9CE0D1780}">
      <dsp:nvSpPr>
        <dsp:cNvPr id="0" name=""/>
        <dsp:cNvSpPr/>
      </dsp:nvSpPr>
      <dsp:spPr>
        <a:xfrm rot="5400000">
          <a:off x="5488038" y="391447"/>
          <a:ext cx="527074" cy="54132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9728" tIns="54864" rIns="109728" bIns="54864" numCol="1" spcCol="1270" anchor="ctr" anchorCtr="0">
          <a:noAutofit/>
        </a:bodyPr>
        <a:lstStyle/>
        <a:p>
          <a:pPr marL="114300" lvl="1" indent="-114300" algn="l" defTabSz="533400">
            <a:lnSpc>
              <a:spcPct val="90000"/>
            </a:lnSpc>
            <a:spcBef>
              <a:spcPct val="0"/>
            </a:spcBef>
            <a:spcAft>
              <a:spcPct val="15000"/>
            </a:spcAft>
            <a:buChar char="••"/>
          </a:pPr>
          <a:r>
            <a:rPr lang="en-US" sz="1200" kern="1200"/>
            <a:t>A collection of microchips on a motherboard to manage specific functions, such as processor access to RAM and to peripheral ports</a:t>
          </a:r>
        </a:p>
      </dsp:txBody>
      <dsp:txXfrm rot="-5400000">
        <a:off x="3044951" y="2860264"/>
        <a:ext cx="5387518" cy="475614"/>
      </dsp:txXfrm>
    </dsp:sp>
    <dsp:sp modelId="{909C622C-0410-4CE6-B55D-4FFDDA72CD14}">
      <dsp:nvSpPr>
        <dsp:cNvPr id="0" name=""/>
        <dsp:cNvSpPr/>
      </dsp:nvSpPr>
      <dsp:spPr>
        <a:xfrm>
          <a:off x="0" y="2768649"/>
          <a:ext cx="3044952" cy="658843"/>
        </a:xfrm>
        <a:prstGeom prst="roundRect">
          <a:avLst/>
        </a:prstGeom>
        <a:solidFill>
          <a:srgbClr val="2C95DD"/>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28575" rIns="57150" bIns="28575" numCol="1" spcCol="1270" anchor="ctr" anchorCtr="0">
          <a:noAutofit/>
        </a:bodyPr>
        <a:lstStyle/>
        <a:p>
          <a:pPr lvl="0" algn="ctr" defTabSz="666750">
            <a:lnSpc>
              <a:spcPct val="90000"/>
            </a:lnSpc>
            <a:spcBef>
              <a:spcPct val="0"/>
            </a:spcBef>
            <a:spcAft>
              <a:spcPct val="35000"/>
            </a:spcAft>
          </a:pPr>
          <a:r>
            <a:rPr lang="en-US" sz="1500" kern="1200"/>
            <a:t>Chipset</a:t>
          </a:r>
        </a:p>
      </dsp:txBody>
      <dsp:txXfrm>
        <a:off x="32162" y="2800811"/>
        <a:ext cx="2980628" cy="59451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0AC266-B5BD-49ED-992C-2AC7D9193D50}">
      <dsp:nvSpPr>
        <dsp:cNvPr id="0" name=""/>
        <dsp:cNvSpPr/>
      </dsp:nvSpPr>
      <dsp:spPr>
        <a:xfrm rot="5400000">
          <a:off x="5532240" y="-2431512"/>
          <a:ext cx="438670" cy="54132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9728" tIns="54864" rIns="109728" bIns="54864" numCol="1" spcCol="1270" anchor="ctr" anchorCtr="0">
          <a:noAutofit/>
        </a:bodyPr>
        <a:lstStyle/>
        <a:p>
          <a:pPr marL="114300" lvl="1" indent="-114300" algn="l" defTabSz="533400">
            <a:lnSpc>
              <a:spcPct val="90000"/>
            </a:lnSpc>
            <a:spcBef>
              <a:spcPct val="0"/>
            </a:spcBef>
            <a:spcAft>
              <a:spcPct val="15000"/>
            </a:spcAft>
            <a:buChar char="••"/>
          </a:pPr>
          <a:r>
            <a:rPr lang="en-US" sz="1200" kern="1200"/>
            <a:t>Enables consumers to view and request cloud services</a:t>
          </a:r>
        </a:p>
      </dsp:txBody>
      <dsp:txXfrm rot="-5400000">
        <a:off x="3044951" y="77191"/>
        <a:ext cx="5391834" cy="395842"/>
      </dsp:txXfrm>
    </dsp:sp>
    <dsp:sp modelId="{E1C507B0-CE90-4E03-B4DF-959306DBB7D4}">
      <dsp:nvSpPr>
        <dsp:cNvPr id="0" name=""/>
        <dsp:cNvSpPr/>
      </dsp:nvSpPr>
      <dsp:spPr>
        <a:xfrm>
          <a:off x="0" y="941"/>
          <a:ext cx="3044952" cy="548338"/>
        </a:xfrm>
        <a:prstGeom prst="roundRect">
          <a:avLst/>
        </a:prstGeom>
        <a:solidFill>
          <a:srgbClr val="2C95DD"/>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28575" rIns="57150" bIns="28575" numCol="1" spcCol="1270" anchor="ctr" anchorCtr="0">
          <a:noAutofit/>
        </a:bodyPr>
        <a:lstStyle/>
        <a:p>
          <a:pPr lvl="0" algn="ctr" defTabSz="666750">
            <a:lnSpc>
              <a:spcPct val="90000"/>
            </a:lnSpc>
            <a:spcBef>
              <a:spcPct val="0"/>
            </a:spcBef>
            <a:spcAft>
              <a:spcPct val="35000"/>
            </a:spcAft>
          </a:pPr>
          <a:r>
            <a:rPr lang="en-US" sz="1500" kern="1200"/>
            <a:t>Self-service portal</a:t>
          </a:r>
        </a:p>
      </dsp:txBody>
      <dsp:txXfrm>
        <a:off x="26768" y="27709"/>
        <a:ext cx="2991416" cy="494802"/>
      </dsp:txXfrm>
    </dsp:sp>
    <dsp:sp modelId="{227BF414-BF92-4AC7-8B37-F08BED37A5BA}">
      <dsp:nvSpPr>
        <dsp:cNvPr id="0" name=""/>
        <dsp:cNvSpPr/>
      </dsp:nvSpPr>
      <dsp:spPr>
        <a:xfrm rot="5400000">
          <a:off x="5532240" y="-1855757"/>
          <a:ext cx="438670" cy="54132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9728" tIns="54864" rIns="109728" bIns="54864" numCol="1" spcCol="1270" anchor="ctr" anchorCtr="0">
          <a:noAutofit/>
        </a:bodyPr>
        <a:lstStyle/>
        <a:p>
          <a:pPr marL="114300" lvl="1" indent="-114300" algn="l" defTabSz="533400">
            <a:lnSpc>
              <a:spcPct val="90000"/>
            </a:lnSpc>
            <a:spcBef>
              <a:spcPct val="0"/>
            </a:spcBef>
            <a:spcAft>
              <a:spcPct val="15000"/>
            </a:spcAft>
            <a:buChar char="••"/>
          </a:pPr>
          <a:r>
            <a:rPr lang="en-US" sz="1200" kern="1200"/>
            <a:t>Includes the software that the provider offers through PaaS</a:t>
          </a:r>
        </a:p>
      </dsp:txBody>
      <dsp:txXfrm rot="-5400000">
        <a:off x="3044951" y="652946"/>
        <a:ext cx="5391834" cy="395842"/>
      </dsp:txXfrm>
    </dsp:sp>
    <dsp:sp modelId="{F5F5DCD5-B94E-4374-9972-CB76AD36F8A2}">
      <dsp:nvSpPr>
        <dsp:cNvPr id="0" name=""/>
        <dsp:cNvSpPr/>
      </dsp:nvSpPr>
      <dsp:spPr>
        <a:xfrm>
          <a:off x="0" y="576697"/>
          <a:ext cx="3044952" cy="548338"/>
        </a:xfrm>
        <a:prstGeom prst="roundRect">
          <a:avLst/>
        </a:prstGeom>
        <a:solidFill>
          <a:srgbClr val="2C95DD"/>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28575" rIns="57150" bIns="28575" numCol="1" spcCol="1270" anchor="ctr" anchorCtr="0">
          <a:noAutofit/>
        </a:bodyPr>
        <a:lstStyle/>
        <a:p>
          <a:pPr lvl="0" algn="ctr" defTabSz="666750">
            <a:lnSpc>
              <a:spcPct val="90000"/>
            </a:lnSpc>
            <a:spcBef>
              <a:spcPct val="0"/>
            </a:spcBef>
            <a:spcAft>
              <a:spcPct val="35000"/>
            </a:spcAft>
          </a:pPr>
          <a:r>
            <a:rPr lang="en-US" sz="1500" kern="1200"/>
            <a:t>Platform software</a:t>
          </a:r>
        </a:p>
      </dsp:txBody>
      <dsp:txXfrm>
        <a:off x="26768" y="603465"/>
        <a:ext cx="2991416" cy="494802"/>
      </dsp:txXfrm>
    </dsp:sp>
    <dsp:sp modelId="{17FDFF8D-5754-40A6-90C0-1FF65591B9FB}">
      <dsp:nvSpPr>
        <dsp:cNvPr id="0" name=""/>
        <dsp:cNvSpPr/>
      </dsp:nvSpPr>
      <dsp:spPr>
        <a:xfrm rot="5400000">
          <a:off x="5532240" y="-1280001"/>
          <a:ext cx="438670" cy="54132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9728" tIns="54864" rIns="109728" bIns="54864" numCol="1" spcCol="1270" anchor="ctr" anchorCtr="0">
          <a:noAutofit/>
        </a:bodyPr>
        <a:lstStyle/>
        <a:p>
          <a:pPr marL="114300" lvl="1" indent="-114300" algn="l" defTabSz="533400">
            <a:lnSpc>
              <a:spcPct val="90000"/>
            </a:lnSpc>
            <a:spcBef>
              <a:spcPct val="0"/>
            </a:spcBef>
            <a:spcAft>
              <a:spcPct val="15000"/>
            </a:spcAft>
            <a:buChar char="••"/>
          </a:pPr>
          <a:r>
            <a:rPr lang="en-US" sz="1200" kern="1200"/>
            <a:t>Includes the applications that the provider offers through SaaS</a:t>
          </a:r>
        </a:p>
      </dsp:txBody>
      <dsp:txXfrm rot="-5400000">
        <a:off x="3044951" y="1228702"/>
        <a:ext cx="5391834" cy="395842"/>
      </dsp:txXfrm>
    </dsp:sp>
    <dsp:sp modelId="{E8197B1A-9EDC-44B3-B9A6-A286E453E106}">
      <dsp:nvSpPr>
        <dsp:cNvPr id="0" name=""/>
        <dsp:cNvSpPr/>
      </dsp:nvSpPr>
      <dsp:spPr>
        <a:xfrm>
          <a:off x="0" y="1152452"/>
          <a:ext cx="3044952" cy="548338"/>
        </a:xfrm>
        <a:prstGeom prst="roundRect">
          <a:avLst/>
        </a:prstGeom>
        <a:solidFill>
          <a:srgbClr val="2C95DD"/>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28575" rIns="57150" bIns="28575" numCol="1" spcCol="1270" anchor="ctr" anchorCtr="0">
          <a:noAutofit/>
        </a:bodyPr>
        <a:lstStyle/>
        <a:p>
          <a:pPr lvl="0" algn="ctr" defTabSz="666750">
            <a:lnSpc>
              <a:spcPct val="90000"/>
            </a:lnSpc>
            <a:spcBef>
              <a:spcPct val="0"/>
            </a:spcBef>
            <a:spcAft>
              <a:spcPct val="35000"/>
            </a:spcAft>
          </a:pPr>
          <a:r>
            <a:rPr lang="en-US" sz="1500" kern="1200"/>
            <a:t>Application software</a:t>
          </a:r>
        </a:p>
      </dsp:txBody>
      <dsp:txXfrm>
        <a:off x="26768" y="1179220"/>
        <a:ext cx="2991416" cy="494802"/>
      </dsp:txXfrm>
    </dsp:sp>
    <dsp:sp modelId="{89459BF7-18C8-4DF4-A462-781838CCED8C}">
      <dsp:nvSpPr>
        <dsp:cNvPr id="0" name=""/>
        <dsp:cNvSpPr/>
      </dsp:nvSpPr>
      <dsp:spPr>
        <a:xfrm rot="5400000">
          <a:off x="5532240" y="-704246"/>
          <a:ext cx="438670" cy="54132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9728" tIns="54864" rIns="109728" bIns="54864" numCol="1" spcCol="1270" anchor="ctr" anchorCtr="0">
          <a:noAutofit/>
        </a:bodyPr>
        <a:lstStyle/>
        <a:p>
          <a:pPr marL="114300" lvl="1" indent="-114300" algn="l" defTabSz="533400">
            <a:lnSpc>
              <a:spcPct val="90000"/>
            </a:lnSpc>
            <a:spcBef>
              <a:spcPct val="0"/>
            </a:spcBef>
            <a:spcAft>
              <a:spcPct val="15000"/>
            </a:spcAft>
            <a:buChar char="••"/>
          </a:pPr>
          <a:r>
            <a:rPr lang="en-US" sz="1200" kern="1200"/>
            <a:t>Enables resource pooling and creation of virtual resources</a:t>
          </a:r>
        </a:p>
      </dsp:txBody>
      <dsp:txXfrm rot="-5400000">
        <a:off x="3044951" y="1804457"/>
        <a:ext cx="5391834" cy="395842"/>
      </dsp:txXfrm>
    </dsp:sp>
    <dsp:sp modelId="{6B00BC4D-46E6-49C4-8822-FDB71BC59661}">
      <dsp:nvSpPr>
        <dsp:cNvPr id="0" name=""/>
        <dsp:cNvSpPr/>
      </dsp:nvSpPr>
      <dsp:spPr>
        <a:xfrm>
          <a:off x="0" y="1728208"/>
          <a:ext cx="3044952" cy="548338"/>
        </a:xfrm>
        <a:prstGeom prst="roundRect">
          <a:avLst/>
        </a:prstGeom>
        <a:solidFill>
          <a:srgbClr val="2C95DD"/>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28575" rIns="57150" bIns="28575" numCol="1" spcCol="1270" anchor="ctr" anchorCtr="0">
          <a:noAutofit/>
        </a:bodyPr>
        <a:lstStyle/>
        <a:p>
          <a:pPr lvl="0" algn="ctr" defTabSz="666750">
            <a:lnSpc>
              <a:spcPct val="90000"/>
            </a:lnSpc>
            <a:spcBef>
              <a:spcPct val="0"/>
            </a:spcBef>
            <a:spcAft>
              <a:spcPct val="35000"/>
            </a:spcAft>
          </a:pPr>
          <a:r>
            <a:rPr lang="en-US" sz="1500" kern="1200"/>
            <a:t>Virtualization software</a:t>
          </a:r>
        </a:p>
      </dsp:txBody>
      <dsp:txXfrm>
        <a:off x="26768" y="1754976"/>
        <a:ext cx="2991416" cy="494802"/>
      </dsp:txXfrm>
    </dsp:sp>
    <dsp:sp modelId="{608FF975-C0BC-4776-BD9D-61C9CE0D1780}">
      <dsp:nvSpPr>
        <dsp:cNvPr id="0" name=""/>
        <dsp:cNvSpPr/>
      </dsp:nvSpPr>
      <dsp:spPr>
        <a:xfrm rot="5400000">
          <a:off x="5532240" y="-128490"/>
          <a:ext cx="438670" cy="54132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9728" tIns="54864" rIns="109728" bIns="54864" numCol="1" spcCol="1270" anchor="ctr" anchorCtr="0">
          <a:noAutofit/>
        </a:bodyPr>
        <a:lstStyle/>
        <a:p>
          <a:pPr marL="114300" lvl="1" indent="-114300" algn="l" defTabSz="533400">
            <a:lnSpc>
              <a:spcPct val="90000"/>
            </a:lnSpc>
            <a:spcBef>
              <a:spcPct val="0"/>
            </a:spcBef>
            <a:spcAft>
              <a:spcPct val="15000"/>
            </a:spcAft>
            <a:buChar char="••"/>
          </a:pPr>
          <a:r>
            <a:rPr lang="en-US" sz="1200" kern="1200"/>
            <a:t>Enables a provider to manage the cloud infrastructure and services</a:t>
          </a:r>
        </a:p>
      </dsp:txBody>
      <dsp:txXfrm rot="-5400000">
        <a:off x="3044951" y="2380213"/>
        <a:ext cx="5391834" cy="395842"/>
      </dsp:txXfrm>
    </dsp:sp>
    <dsp:sp modelId="{909C622C-0410-4CE6-B55D-4FFDDA72CD14}">
      <dsp:nvSpPr>
        <dsp:cNvPr id="0" name=""/>
        <dsp:cNvSpPr/>
      </dsp:nvSpPr>
      <dsp:spPr>
        <a:xfrm>
          <a:off x="0" y="2303964"/>
          <a:ext cx="3044952" cy="548338"/>
        </a:xfrm>
        <a:prstGeom prst="roundRect">
          <a:avLst/>
        </a:prstGeom>
        <a:solidFill>
          <a:srgbClr val="2C95DD"/>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28575" rIns="57150" bIns="28575" numCol="1" spcCol="1270" anchor="ctr" anchorCtr="0">
          <a:noAutofit/>
        </a:bodyPr>
        <a:lstStyle/>
        <a:p>
          <a:pPr lvl="0" algn="ctr" defTabSz="666750">
            <a:lnSpc>
              <a:spcPct val="90000"/>
            </a:lnSpc>
            <a:spcBef>
              <a:spcPct val="0"/>
            </a:spcBef>
            <a:spcAft>
              <a:spcPct val="35000"/>
            </a:spcAft>
          </a:pPr>
          <a:r>
            <a:rPr lang="en-US" sz="1500" kern="1200"/>
            <a:t>Cloud management software</a:t>
          </a:r>
        </a:p>
      </dsp:txBody>
      <dsp:txXfrm>
        <a:off x="26768" y="2330732"/>
        <a:ext cx="2991416" cy="494802"/>
      </dsp:txXfrm>
    </dsp:sp>
    <dsp:sp modelId="{5351C14F-38FF-48B3-8F5D-D1AB1203F296}">
      <dsp:nvSpPr>
        <dsp:cNvPr id="0" name=""/>
        <dsp:cNvSpPr/>
      </dsp:nvSpPr>
      <dsp:spPr>
        <a:xfrm rot="5400000">
          <a:off x="5532240" y="447264"/>
          <a:ext cx="438670" cy="54132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9728" tIns="54864" rIns="109728" bIns="54864" numCol="1" spcCol="1270" anchor="ctr" anchorCtr="0">
          <a:noAutofit/>
        </a:bodyPr>
        <a:lstStyle/>
        <a:p>
          <a:pPr marL="114300" lvl="1" indent="-114300" algn="l" defTabSz="533400">
            <a:lnSpc>
              <a:spcPct val="90000"/>
            </a:lnSpc>
            <a:spcBef>
              <a:spcPct val="0"/>
            </a:spcBef>
            <a:spcAft>
              <a:spcPct val="15000"/>
            </a:spcAft>
            <a:buChar char="••"/>
          </a:pPr>
          <a:r>
            <a:rPr lang="en-US" sz="1200" kern="1200"/>
            <a:t>Includes a consumer’s platform software and business applications</a:t>
          </a:r>
        </a:p>
      </dsp:txBody>
      <dsp:txXfrm rot="-5400000">
        <a:off x="3044951" y="2955967"/>
        <a:ext cx="5391834" cy="395842"/>
      </dsp:txXfrm>
    </dsp:sp>
    <dsp:sp modelId="{D3D6F330-2D7F-42AC-B47D-D9B482C70ABC}">
      <dsp:nvSpPr>
        <dsp:cNvPr id="0" name=""/>
        <dsp:cNvSpPr/>
      </dsp:nvSpPr>
      <dsp:spPr>
        <a:xfrm>
          <a:off x="0" y="2879719"/>
          <a:ext cx="3044952" cy="548338"/>
        </a:xfrm>
        <a:prstGeom prst="roundRect">
          <a:avLst/>
        </a:prstGeom>
        <a:solidFill>
          <a:srgbClr val="2C95DD"/>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28575" rIns="57150" bIns="28575" numCol="1" spcCol="1270" anchor="ctr" anchorCtr="0">
          <a:noAutofit/>
        </a:bodyPr>
        <a:lstStyle/>
        <a:p>
          <a:pPr lvl="0" algn="ctr" defTabSz="666750">
            <a:lnSpc>
              <a:spcPct val="90000"/>
            </a:lnSpc>
            <a:spcBef>
              <a:spcPct val="0"/>
            </a:spcBef>
            <a:spcAft>
              <a:spcPct val="35000"/>
            </a:spcAft>
          </a:pPr>
          <a:r>
            <a:rPr lang="en-US" sz="1500" kern="1200"/>
            <a:t>Consumer software</a:t>
          </a:r>
        </a:p>
      </dsp:txBody>
      <dsp:txXfrm>
        <a:off x="26768" y="2906487"/>
        <a:ext cx="2991416" cy="49480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0AC266-B5BD-49ED-992C-2AC7D9193D50}">
      <dsp:nvSpPr>
        <dsp:cNvPr id="0" name=""/>
        <dsp:cNvSpPr/>
      </dsp:nvSpPr>
      <dsp:spPr>
        <a:xfrm rot="5400000">
          <a:off x="5421400" y="-2292188"/>
          <a:ext cx="660350" cy="54132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9728" tIns="54864" rIns="109728" bIns="54864" numCol="1" spcCol="1270" anchor="ctr" anchorCtr="0">
          <a:noAutofit/>
        </a:bodyPr>
        <a:lstStyle/>
        <a:p>
          <a:pPr marL="114300" lvl="1" indent="-114300" algn="l" defTabSz="533400">
            <a:lnSpc>
              <a:spcPct val="90000"/>
            </a:lnSpc>
            <a:spcBef>
              <a:spcPct val="0"/>
            </a:spcBef>
            <a:spcAft>
              <a:spcPct val="15000"/>
            </a:spcAft>
            <a:buChar char="••"/>
          </a:pPr>
          <a:r>
            <a:rPr lang="en-US" sz="1200" kern="1200"/>
            <a:t>Stores data on a circular disk with a ferromagnetic coating</a:t>
          </a:r>
        </a:p>
        <a:p>
          <a:pPr marL="114300" lvl="1" indent="-114300" algn="l" defTabSz="533400">
            <a:lnSpc>
              <a:spcPct val="90000"/>
            </a:lnSpc>
            <a:spcBef>
              <a:spcPct val="0"/>
            </a:spcBef>
            <a:spcAft>
              <a:spcPct val="15000"/>
            </a:spcAft>
            <a:buChar char="••"/>
          </a:pPr>
          <a:r>
            <a:rPr lang="en-US" sz="1200" kern="1200"/>
            <a:t>Provides random read/write access</a:t>
          </a:r>
        </a:p>
        <a:p>
          <a:pPr marL="114300" lvl="1" indent="-114300" algn="l" defTabSz="533400">
            <a:lnSpc>
              <a:spcPct val="90000"/>
            </a:lnSpc>
            <a:spcBef>
              <a:spcPct val="0"/>
            </a:spcBef>
            <a:spcAft>
              <a:spcPct val="15000"/>
            </a:spcAft>
            <a:buChar char="••"/>
          </a:pPr>
          <a:r>
            <a:rPr lang="en-US" sz="1200" kern="1200"/>
            <a:t>Most popular storage device with large storage capacity</a:t>
          </a:r>
        </a:p>
      </dsp:txBody>
      <dsp:txXfrm rot="-5400000">
        <a:off x="3044951" y="116497"/>
        <a:ext cx="5381012" cy="595878"/>
      </dsp:txXfrm>
    </dsp:sp>
    <dsp:sp modelId="{E1C507B0-CE90-4E03-B4DF-959306DBB7D4}">
      <dsp:nvSpPr>
        <dsp:cNvPr id="0" name=""/>
        <dsp:cNvSpPr/>
      </dsp:nvSpPr>
      <dsp:spPr>
        <a:xfrm>
          <a:off x="0" y="1716"/>
          <a:ext cx="3044952" cy="825437"/>
        </a:xfrm>
        <a:prstGeom prst="roundRect">
          <a:avLst/>
        </a:prstGeom>
        <a:solidFill>
          <a:srgbClr val="2C95DD"/>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28575" rIns="57150" bIns="28575" numCol="1" spcCol="1270" anchor="ctr" anchorCtr="0">
          <a:noAutofit/>
        </a:bodyPr>
        <a:lstStyle/>
        <a:p>
          <a:pPr lvl="0" algn="ctr" defTabSz="666750">
            <a:lnSpc>
              <a:spcPct val="90000"/>
            </a:lnSpc>
            <a:spcBef>
              <a:spcPct val="0"/>
            </a:spcBef>
            <a:spcAft>
              <a:spcPct val="35000"/>
            </a:spcAft>
          </a:pPr>
          <a:r>
            <a:rPr lang="en-US" sz="1500" kern="1200"/>
            <a:t>Magnetic disk drive</a:t>
          </a:r>
        </a:p>
      </dsp:txBody>
      <dsp:txXfrm>
        <a:off x="40295" y="42011"/>
        <a:ext cx="2964362" cy="744847"/>
      </dsp:txXfrm>
    </dsp:sp>
    <dsp:sp modelId="{227BF414-BF92-4AC7-8B37-F08BED37A5BA}">
      <dsp:nvSpPr>
        <dsp:cNvPr id="0" name=""/>
        <dsp:cNvSpPr/>
      </dsp:nvSpPr>
      <dsp:spPr>
        <a:xfrm rot="5400000">
          <a:off x="5421400" y="-1425478"/>
          <a:ext cx="660350" cy="54132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9728" tIns="54864" rIns="109728" bIns="54864" numCol="1" spcCol="1270" anchor="ctr" anchorCtr="0">
          <a:noAutofit/>
        </a:bodyPr>
        <a:lstStyle/>
        <a:p>
          <a:pPr marL="114300" lvl="1" indent="-114300" algn="l" defTabSz="533400">
            <a:lnSpc>
              <a:spcPct val="90000"/>
            </a:lnSpc>
            <a:spcBef>
              <a:spcPct val="0"/>
            </a:spcBef>
            <a:spcAft>
              <a:spcPct val="15000"/>
            </a:spcAft>
            <a:buChar char="••"/>
          </a:pPr>
          <a:r>
            <a:rPr lang="en-US" sz="1200" kern="1200"/>
            <a:t>Stores data on a semiconductor-based memory</a:t>
          </a:r>
        </a:p>
        <a:p>
          <a:pPr marL="114300" lvl="1" indent="-114300" algn="l" defTabSz="533400">
            <a:lnSpc>
              <a:spcPct val="90000"/>
            </a:lnSpc>
            <a:spcBef>
              <a:spcPct val="0"/>
            </a:spcBef>
            <a:spcAft>
              <a:spcPct val="15000"/>
            </a:spcAft>
            <a:buChar char="••"/>
          </a:pPr>
          <a:r>
            <a:rPr lang="en-US" sz="1200" kern="1200"/>
            <a:t>Very low latency per I/O, low power requirements, and very high throughput</a:t>
          </a:r>
        </a:p>
      </dsp:txBody>
      <dsp:txXfrm rot="-5400000">
        <a:off x="3044951" y="983207"/>
        <a:ext cx="5381012" cy="595878"/>
      </dsp:txXfrm>
    </dsp:sp>
    <dsp:sp modelId="{F5F5DCD5-B94E-4374-9972-CB76AD36F8A2}">
      <dsp:nvSpPr>
        <dsp:cNvPr id="0" name=""/>
        <dsp:cNvSpPr/>
      </dsp:nvSpPr>
      <dsp:spPr>
        <a:xfrm>
          <a:off x="0" y="868426"/>
          <a:ext cx="3044952" cy="825437"/>
        </a:xfrm>
        <a:prstGeom prst="roundRect">
          <a:avLst/>
        </a:prstGeom>
        <a:solidFill>
          <a:srgbClr val="2C95DD"/>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28575" rIns="57150" bIns="28575" numCol="1" spcCol="1270" anchor="ctr" anchorCtr="0">
          <a:noAutofit/>
        </a:bodyPr>
        <a:lstStyle/>
        <a:p>
          <a:pPr lvl="0" algn="ctr" defTabSz="666750">
            <a:lnSpc>
              <a:spcPct val="90000"/>
            </a:lnSpc>
            <a:spcBef>
              <a:spcPct val="0"/>
            </a:spcBef>
            <a:spcAft>
              <a:spcPct val="35000"/>
            </a:spcAft>
          </a:pPr>
          <a:r>
            <a:rPr lang="en-US" sz="1500" kern="1200"/>
            <a:t>Solid-state (flash) drive</a:t>
          </a:r>
        </a:p>
      </dsp:txBody>
      <dsp:txXfrm>
        <a:off x="40295" y="908721"/>
        <a:ext cx="2964362" cy="744847"/>
      </dsp:txXfrm>
    </dsp:sp>
    <dsp:sp modelId="{17FDFF8D-5754-40A6-90C0-1FF65591B9FB}">
      <dsp:nvSpPr>
        <dsp:cNvPr id="0" name=""/>
        <dsp:cNvSpPr/>
      </dsp:nvSpPr>
      <dsp:spPr>
        <a:xfrm rot="5400000">
          <a:off x="5421400" y="-558769"/>
          <a:ext cx="660350" cy="54132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9728" tIns="54864" rIns="109728" bIns="54864" numCol="1" spcCol="1270" anchor="ctr" anchorCtr="0">
          <a:noAutofit/>
        </a:bodyPr>
        <a:lstStyle/>
        <a:p>
          <a:pPr marL="114300" lvl="1" indent="-114300" algn="l" defTabSz="533400">
            <a:lnSpc>
              <a:spcPct val="90000"/>
            </a:lnSpc>
            <a:spcBef>
              <a:spcPct val="0"/>
            </a:spcBef>
            <a:spcAft>
              <a:spcPct val="15000"/>
            </a:spcAft>
            <a:buChar char="••"/>
          </a:pPr>
          <a:r>
            <a:rPr lang="en-US" sz="1200" kern="1200"/>
            <a:t>Stores data on a thin plastic film with a magnetic coating</a:t>
          </a:r>
        </a:p>
        <a:p>
          <a:pPr marL="114300" lvl="1" indent="-114300" algn="l" defTabSz="533400">
            <a:lnSpc>
              <a:spcPct val="90000"/>
            </a:lnSpc>
            <a:spcBef>
              <a:spcPct val="0"/>
            </a:spcBef>
            <a:spcAft>
              <a:spcPct val="15000"/>
            </a:spcAft>
            <a:buChar char="••"/>
          </a:pPr>
          <a:r>
            <a:rPr lang="en-US" sz="1200" kern="1200"/>
            <a:t>Provides only sequential data access</a:t>
          </a:r>
        </a:p>
        <a:p>
          <a:pPr marL="114300" lvl="1" indent="-114300" algn="l" defTabSz="533400">
            <a:lnSpc>
              <a:spcPct val="90000"/>
            </a:lnSpc>
            <a:spcBef>
              <a:spcPct val="0"/>
            </a:spcBef>
            <a:spcAft>
              <a:spcPct val="15000"/>
            </a:spcAft>
            <a:buChar char="••"/>
          </a:pPr>
          <a:r>
            <a:rPr lang="en-US" sz="1200" kern="1200"/>
            <a:t>Low-cost solution for long term data storage</a:t>
          </a:r>
        </a:p>
      </dsp:txBody>
      <dsp:txXfrm rot="-5400000">
        <a:off x="3044951" y="1849916"/>
        <a:ext cx="5381012" cy="595878"/>
      </dsp:txXfrm>
    </dsp:sp>
    <dsp:sp modelId="{E8197B1A-9EDC-44B3-B9A6-A286E453E106}">
      <dsp:nvSpPr>
        <dsp:cNvPr id="0" name=""/>
        <dsp:cNvSpPr/>
      </dsp:nvSpPr>
      <dsp:spPr>
        <a:xfrm>
          <a:off x="0" y="1735135"/>
          <a:ext cx="3044952" cy="825437"/>
        </a:xfrm>
        <a:prstGeom prst="roundRect">
          <a:avLst/>
        </a:prstGeom>
        <a:solidFill>
          <a:srgbClr val="2C95DD"/>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28575" rIns="57150" bIns="28575" numCol="1" spcCol="1270" anchor="ctr" anchorCtr="0">
          <a:noAutofit/>
        </a:bodyPr>
        <a:lstStyle/>
        <a:p>
          <a:pPr lvl="0" algn="ctr" defTabSz="666750">
            <a:lnSpc>
              <a:spcPct val="90000"/>
            </a:lnSpc>
            <a:spcBef>
              <a:spcPct val="0"/>
            </a:spcBef>
            <a:spcAft>
              <a:spcPct val="35000"/>
            </a:spcAft>
          </a:pPr>
          <a:r>
            <a:rPr lang="en-US" sz="1500" kern="1200"/>
            <a:t>Magnetic tape drive</a:t>
          </a:r>
        </a:p>
      </dsp:txBody>
      <dsp:txXfrm>
        <a:off x="40295" y="1775430"/>
        <a:ext cx="2964362" cy="744847"/>
      </dsp:txXfrm>
    </dsp:sp>
    <dsp:sp modelId="{89459BF7-18C8-4DF4-A462-781838CCED8C}">
      <dsp:nvSpPr>
        <dsp:cNvPr id="0" name=""/>
        <dsp:cNvSpPr/>
      </dsp:nvSpPr>
      <dsp:spPr>
        <a:xfrm rot="5400000">
          <a:off x="5421400" y="307940"/>
          <a:ext cx="660350" cy="54132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9728" tIns="54864" rIns="109728" bIns="54864" numCol="1" spcCol="1270" anchor="ctr" anchorCtr="0">
          <a:noAutofit/>
        </a:bodyPr>
        <a:lstStyle/>
        <a:p>
          <a:pPr marL="114300" lvl="1" indent="-114300" algn="l" defTabSz="533400">
            <a:lnSpc>
              <a:spcPct val="90000"/>
            </a:lnSpc>
            <a:spcBef>
              <a:spcPct val="0"/>
            </a:spcBef>
            <a:spcAft>
              <a:spcPct val="15000"/>
            </a:spcAft>
            <a:buChar char="••"/>
          </a:pPr>
          <a:r>
            <a:rPr lang="en-US" sz="1200" kern="1200"/>
            <a:t>Stores data on a polycarbonate disc with a reflective coating</a:t>
          </a:r>
        </a:p>
        <a:p>
          <a:pPr marL="114300" lvl="1" indent="-114300" algn="l" defTabSz="533400">
            <a:lnSpc>
              <a:spcPct val="90000"/>
            </a:lnSpc>
            <a:spcBef>
              <a:spcPct val="0"/>
            </a:spcBef>
            <a:spcAft>
              <a:spcPct val="15000"/>
            </a:spcAft>
            <a:buChar char="••"/>
          </a:pPr>
          <a:r>
            <a:rPr lang="en-US" sz="1200" kern="1200"/>
            <a:t>Write Once and Read Many capability: CD, DVD, BD</a:t>
          </a:r>
        </a:p>
        <a:p>
          <a:pPr marL="114300" lvl="1" indent="-114300" algn="l" defTabSz="533400">
            <a:lnSpc>
              <a:spcPct val="90000"/>
            </a:lnSpc>
            <a:spcBef>
              <a:spcPct val="0"/>
            </a:spcBef>
            <a:spcAft>
              <a:spcPct val="15000"/>
            </a:spcAft>
            <a:buChar char="••"/>
          </a:pPr>
          <a:r>
            <a:rPr lang="en-US" sz="1200" kern="1200"/>
            <a:t>Low-cost solution for long-term data storage</a:t>
          </a:r>
        </a:p>
      </dsp:txBody>
      <dsp:txXfrm rot="-5400000">
        <a:off x="3044951" y="2716625"/>
        <a:ext cx="5381012" cy="595878"/>
      </dsp:txXfrm>
    </dsp:sp>
    <dsp:sp modelId="{6B00BC4D-46E6-49C4-8822-FDB71BC59661}">
      <dsp:nvSpPr>
        <dsp:cNvPr id="0" name=""/>
        <dsp:cNvSpPr/>
      </dsp:nvSpPr>
      <dsp:spPr>
        <a:xfrm>
          <a:off x="0" y="2601845"/>
          <a:ext cx="3044952" cy="825437"/>
        </a:xfrm>
        <a:prstGeom prst="roundRect">
          <a:avLst/>
        </a:prstGeom>
        <a:solidFill>
          <a:srgbClr val="2C95DD"/>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28575" rIns="57150" bIns="28575" numCol="1" spcCol="1270" anchor="ctr" anchorCtr="0">
          <a:noAutofit/>
        </a:bodyPr>
        <a:lstStyle/>
        <a:p>
          <a:pPr lvl="0" algn="ctr" defTabSz="666750">
            <a:lnSpc>
              <a:spcPct val="90000"/>
            </a:lnSpc>
            <a:spcBef>
              <a:spcPct val="0"/>
            </a:spcBef>
            <a:spcAft>
              <a:spcPct val="35000"/>
            </a:spcAft>
          </a:pPr>
          <a:r>
            <a:rPr lang="en-US" sz="1500" kern="1200"/>
            <a:t>Optical disc drive</a:t>
          </a:r>
        </a:p>
      </dsp:txBody>
      <dsp:txXfrm>
        <a:off x="40295" y="2642140"/>
        <a:ext cx="2964362" cy="74484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0AC266-B5BD-49ED-992C-2AC7D9193D50}">
      <dsp:nvSpPr>
        <dsp:cNvPr id="0" name=""/>
        <dsp:cNvSpPr/>
      </dsp:nvSpPr>
      <dsp:spPr>
        <a:xfrm rot="5400000">
          <a:off x="5421400" y="-2292188"/>
          <a:ext cx="660350" cy="54132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9728" tIns="54864" rIns="109728" bIns="54864" numCol="1" spcCol="1270" anchor="ctr" anchorCtr="0">
          <a:noAutofit/>
        </a:bodyPr>
        <a:lstStyle/>
        <a:p>
          <a:pPr marL="114300" lvl="1" indent="-114300" algn="l" defTabSz="533400">
            <a:lnSpc>
              <a:spcPct val="90000"/>
            </a:lnSpc>
            <a:spcBef>
              <a:spcPct val="0"/>
            </a:spcBef>
            <a:spcAft>
              <a:spcPct val="15000"/>
            </a:spcAft>
            <a:buChar char="••"/>
          </a:pPr>
          <a:r>
            <a:rPr lang="en-US" sz="1200" kern="1200"/>
            <a:t>Stores data on a circular disk with a ferromagnetic coating</a:t>
          </a:r>
        </a:p>
        <a:p>
          <a:pPr marL="114300" lvl="1" indent="-114300" algn="l" defTabSz="533400">
            <a:lnSpc>
              <a:spcPct val="90000"/>
            </a:lnSpc>
            <a:spcBef>
              <a:spcPct val="0"/>
            </a:spcBef>
            <a:spcAft>
              <a:spcPct val="15000"/>
            </a:spcAft>
            <a:buChar char="••"/>
          </a:pPr>
          <a:r>
            <a:rPr lang="en-US" sz="1200" kern="1200"/>
            <a:t>Provides random read/write access</a:t>
          </a:r>
        </a:p>
        <a:p>
          <a:pPr marL="114300" lvl="1" indent="-114300" algn="l" defTabSz="533400">
            <a:lnSpc>
              <a:spcPct val="90000"/>
            </a:lnSpc>
            <a:spcBef>
              <a:spcPct val="0"/>
            </a:spcBef>
            <a:spcAft>
              <a:spcPct val="15000"/>
            </a:spcAft>
            <a:buChar char="••"/>
          </a:pPr>
          <a:r>
            <a:rPr lang="en-US" sz="1200" kern="1200"/>
            <a:t>Most popular storage device with large storage capacity</a:t>
          </a:r>
        </a:p>
      </dsp:txBody>
      <dsp:txXfrm rot="-5400000">
        <a:off x="3044951" y="116497"/>
        <a:ext cx="5381012" cy="595878"/>
      </dsp:txXfrm>
    </dsp:sp>
    <dsp:sp modelId="{E1C507B0-CE90-4E03-B4DF-959306DBB7D4}">
      <dsp:nvSpPr>
        <dsp:cNvPr id="0" name=""/>
        <dsp:cNvSpPr/>
      </dsp:nvSpPr>
      <dsp:spPr>
        <a:xfrm>
          <a:off x="0" y="1716"/>
          <a:ext cx="3044952" cy="825437"/>
        </a:xfrm>
        <a:prstGeom prst="roundRect">
          <a:avLst/>
        </a:prstGeom>
        <a:solidFill>
          <a:srgbClr val="2C95DD"/>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28575" rIns="57150" bIns="28575" numCol="1" spcCol="1270" anchor="ctr" anchorCtr="0">
          <a:noAutofit/>
        </a:bodyPr>
        <a:lstStyle/>
        <a:p>
          <a:pPr lvl="0" algn="ctr" defTabSz="666750">
            <a:lnSpc>
              <a:spcPct val="90000"/>
            </a:lnSpc>
            <a:spcBef>
              <a:spcPct val="0"/>
            </a:spcBef>
            <a:spcAft>
              <a:spcPct val="35000"/>
            </a:spcAft>
          </a:pPr>
          <a:r>
            <a:rPr lang="en-US" sz="1500" kern="1200"/>
            <a:t>Magnetic disk drive</a:t>
          </a:r>
        </a:p>
      </dsp:txBody>
      <dsp:txXfrm>
        <a:off x="40295" y="42011"/>
        <a:ext cx="2964362" cy="744847"/>
      </dsp:txXfrm>
    </dsp:sp>
    <dsp:sp modelId="{227BF414-BF92-4AC7-8B37-F08BED37A5BA}">
      <dsp:nvSpPr>
        <dsp:cNvPr id="0" name=""/>
        <dsp:cNvSpPr/>
      </dsp:nvSpPr>
      <dsp:spPr>
        <a:xfrm rot="5400000">
          <a:off x="5421400" y="-1425478"/>
          <a:ext cx="660350" cy="54132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9728" tIns="54864" rIns="109728" bIns="54864" numCol="1" spcCol="1270" anchor="ctr" anchorCtr="0">
          <a:noAutofit/>
        </a:bodyPr>
        <a:lstStyle/>
        <a:p>
          <a:pPr marL="114300" lvl="1" indent="-114300" algn="l" defTabSz="533400">
            <a:lnSpc>
              <a:spcPct val="90000"/>
            </a:lnSpc>
            <a:spcBef>
              <a:spcPct val="0"/>
            </a:spcBef>
            <a:spcAft>
              <a:spcPct val="15000"/>
            </a:spcAft>
            <a:buChar char="••"/>
          </a:pPr>
          <a:r>
            <a:rPr lang="en-US" sz="1200" kern="1200"/>
            <a:t>Stores data on a semiconductor-based memory</a:t>
          </a:r>
        </a:p>
        <a:p>
          <a:pPr marL="114300" lvl="1" indent="-114300" algn="l" defTabSz="533400">
            <a:lnSpc>
              <a:spcPct val="90000"/>
            </a:lnSpc>
            <a:spcBef>
              <a:spcPct val="0"/>
            </a:spcBef>
            <a:spcAft>
              <a:spcPct val="15000"/>
            </a:spcAft>
            <a:buChar char="••"/>
          </a:pPr>
          <a:r>
            <a:rPr lang="en-US" sz="1200" kern="1200"/>
            <a:t>Very low latency per I/O, low power requirements, and very high throughput</a:t>
          </a:r>
        </a:p>
      </dsp:txBody>
      <dsp:txXfrm rot="-5400000">
        <a:off x="3044951" y="983207"/>
        <a:ext cx="5381012" cy="595878"/>
      </dsp:txXfrm>
    </dsp:sp>
    <dsp:sp modelId="{F5F5DCD5-B94E-4374-9972-CB76AD36F8A2}">
      <dsp:nvSpPr>
        <dsp:cNvPr id="0" name=""/>
        <dsp:cNvSpPr/>
      </dsp:nvSpPr>
      <dsp:spPr>
        <a:xfrm>
          <a:off x="0" y="868426"/>
          <a:ext cx="3044952" cy="825437"/>
        </a:xfrm>
        <a:prstGeom prst="roundRect">
          <a:avLst/>
        </a:prstGeom>
        <a:solidFill>
          <a:srgbClr val="2C95DD"/>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28575" rIns="57150" bIns="28575" numCol="1" spcCol="1270" anchor="ctr" anchorCtr="0">
          <a:noAutofit/>
        </a:bodyPr>
        <a:lstStyle/>
        <a:p>
          <a:pPr lvl="0" algn="ctr" defTabSz="666750">
            <a:lnSpc>
              <a:spcPct val="90000"/>
            </a:lnSpc>
            <a:spcBef>
              <a:spcPct val="0"/>
            </a:spcBef>
            <a:spcAft>
              <a:spcPct val="35000"/>
            </a:spcAft>
          </a:pPr>
          <a:r>
            <a:rPr lang="en-US" sz="1500" kern="1200"/>
            <a:t>Solid-state (flash) drive</a:t>
          </a:r>
        </a:p>
      </dsp:txBody>
      <dsp:txXfrm>
        <a:off x="40295" y="908721"/>
        <a:ext cx="2964362" cy="744847"/>
      </dsp:txXfrm>
    </dsp:sp>
    <dsp:sp modelId="{17FDFF8D-5754-40A6-90C0-1FF65591B9FB}">
      <dsp:nvSpPr>
        <dsp:cNvPr id="0" name=""/>
        <dsp:cNvSpPr/>
      </dsp:nvSpPr>
      <dsp:spPr>
        <a:xfrm rot="5400000">
          <a:off x="5421400" y="-558769"/>
          <a:ext cx="660350" cy="54132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9728" tIns="54864" rIns="109728" bIns="54864" numCol="1" spcCol="1270" anchor="ctr" anchorCtr="0">
          <a:noAutofit/>
        </a:bodyPr>
        <a:lstStyle/>
        <a:p>
          <a:pPr marL="114300" lvl="1" indent="-114300" algn="l" defTabSz="533400">
            <a:lnSpc>
              <a:spcPct val="90000"/>
            </a:lnSpc>
            <a:spcBef>
              <a:spcPct val="0"/>
            </a:spcBef>
            <a:spcAft>
              <a:spcPct val="15000"/>
            </a:spcAft>
            <a:buChar char="••"/>
          </a:pPr>
          <a:r>
            <a:rPr lang="en-US" sz="1200" kern="1200"/>
            <a:t>Stores data on a thin plastic film with a magnetic coating</a:t>
          </a:r>
        </a:p>
        <a:p>
          <a:pPr marL="114300" lvl="1" indent="-114300" algn="l" defTabSz="533400">
            <a:lnSpc>
              <a:spcPct val="90000"/>
            </a:lnSpc>
            <a:spcBef>
              <a:spcPct val="0"/>
            </a:spcBef>
            <a:spcAft>
              <a:spcPct val="15000"/>
            </a:spcAft>
            <a:buChar char="••"/>
          </a:pPr>
          <a:r>
            <a:rPr lang="en-US" sz="1200" kern="1200"/>
            <a:t>Provides only sequential data access</a:t>
          </a:r>
        </a:p>
        <a:p>
          <a:pPr marL="114300" lvl="1" indent="-114300" algn="l" defTabSz="533400">
            <a:lnSpc>
              <a:spcPct val="90000"/>
            </a:lnSpc>
            <a:spcBef>
              <a:spcPct val="0"/>
            </a:spcBef>
            <a:spcAft>
              <a:spcPct val="15000"/>
            </a:spcAft>
            <a:buChar char="••"/>
          </a:pPr>
          <a:r>
            <a:rPr lang="en-US" sz="1200" kern="1200"/>
            <a:t>Low-cost solution for long term data storage</a:t>
          </a:r>
        </a:p>
      </dsp:txBody>
      <dsp:txXfrm rot="-5400000">
        <a:off x="3044951" y="1849916"/>
        <a:ext cx="5381012" cy="595878"/>
      </dsp:txXfrm>
    </dsp:sp>
    <dsp:sp modelId="{E8197B1A-9EDC-44B3-B9A6-A286E453E106}">
      <dsp:nvSpPr>
        <dsp:cNvPr id="0" name=""/>
        <dsp:cNvSpPr/>
      </dsp:nvSpPr>
      <dsp:spPr>
        <a:xfrm>
          <a:off x="0" y="1735135"/>
          <a:ext cx="3044952" cy="825437"/>
        </a:xfrm>
        <a:prstGeom prst="roundRect">
          <a:avLst/>
        </a:prstGeom>
        <a:solidFill>
          <a:srgbClr val="2C95DD"/>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28575" rIns="57150" bIns="28575" numCol="1" spcCol="1270" anchor="ctr" anchorCtr="0">
          <a:noAutofit/>
        </a:bodyPr>
        <a:lstStyle/>
        <a:p>
          <a:pPr lvl="0" algn="ctr" defTabSz="666750">
            <a:lnSpc>
              <a:spcPct val="90000"/>
            </a:lnSpc>
            <a:spcBef>
              <a:spcPct val="0"/>
            </a:spcBef>
            <a:spcAft>
              <a:spcPct val="35000"/>
            </a:spcAft>
          </a:pPr>
          <a:r>
            <a:rPr lang="en-US" sz="1500" kern="1200"/>
            <a:t>Magnetic tape drive</a:t>
          </a:r>
        </a:p>
      </dsp:txBody>
      <dsp:txXfrm>
        <a:off x="40295" y="1775430"/>
        <a:ext cx="2964362" cy="744847"/>
      </dsp:txXfrm>
    </dsp:sp>
    <dsp:sp modelId="{89459BF7-18C8-4DF4-A462-781838CCED8C}">
      <dsp:nvSpPr>
        <dsp:cNvPr id="0" name=""/>
        <dsp:cNvSpPr/>
      </dsp:nvSpPr>
      <dsp:spPr>
        <a:xfrm rot="5400000">
          <a:off x="5421400" y="307940"/>
          <a:ext cx="660350" cy="54132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9728" tIns="54864" rIns="109728" bIns="54864" numCol="1" spcCol="1270" anchor="ctr" anchorCtr="0">
          <a:noAutofit/>
        </a:bodyPr>
        <a:lstStyle/>
        <a:p>
          <a:pPr marL="114300" lvl="1" indent="-114300" algn="l" defTabSz="533400">
            <a:lnSpc>
              <a:spcPct val="90000"/>
            </a:lnSpc>
            <a:spcBef>
              <a:spcPct val="0"/>
            </a:spcBef>
            <a:spcAft>
              <a:spcPct val="15000"/>
            </a:spcAft>
            <a:buChar char="••"/>
          </a:pPr>
          <a:r>
            <a:rPr lang="en-US" sz="1200" kern="1200"/>
            <a:t>Stores data on a polycarbonate disc with a reflective coating</a:t>
          </a:r>
        </a:p>
        <a:p>
          <a:pPr marL="114300" lvl="1" indent="-114300" algn="l" defTabSz="533400">
            <a:lnSpc>
              <a:spcPct val="90000"/>
            </a:lnSpc>
            <a:spcBef>
              <a:spcPct val="0"/>
            </a:spcBef>
            <a:spcAft>
              <a:spcPct val="15000"/>
            </a:spcAft>
            <a:buChar char="••"/>
          </a:pPr>
          <a:r>
            <a:rPr lang="en-US" sz="1200" kern="1200"/>
            <a:t>Write Once and Read Many capability: CD, DVD, BD</a:t>
          </a:r>
        </a:p>
        <a:p>
          <a:pPr marL="114300" lvl="1" indent="-114300" algn="l" defTabSz="533400">
            <a:lnSpc>
              <a:spcPct val="90000"/>
            </a:lnSpc>
            <a:spcBef>
              <a:spcPct val="0"/>
            </a:spcBef>
            <a:spcAft>
              <a:spcPct val="15000"/>
            </a:spcAft>
            <a:buChar char="••"/>
          </a:pPr>
          <a:r>
            <a:rPr lang="en-US" sz="1200" kern="1200"/>
            <a:t>Low-cost solution for long-term data storage</a:t>
          </a:r>
        </a:p>
      </dsp:txBody>
      <dsp:txXfrm rot="-5400000">
        <a:off x="3044951" y="2716625"/>
        <a:ext cx="5381012" cy="595878"/>
      </dsp:txXfrm>
    </dsp:sp>
    <dsp:sp modelId="{6B00BC4D-46E6-49C4-8822-FDB71BC59661}">
      <dsp:nvSpPr>
        <dsp:cNvPr id="0" name=""/>
        <dsp:cNvSpPr/>
      </dsp:nvSpPr>
      <dsp:spPr>
        <a:xfrm>
          <a:off x="0" y="2601845"/>
          <a:ext cx="3044952" cy="825437"/>
        </a:xfrm>
        <a:prstGeom prst="roundRect">
          <a:avLst/>
        </a:prstGeom>
        <a:solidFill>
          <a:srgbClr val="2C95DD"/>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28575" rIns="57150" bIns="28575" numCol="1" spcCol="1270" anchor="ctr" anchorCtr="0">
          <a:noAutofit/>
        </a:bodyPr>
        <a:lstStyle/>
        <a:p>
          <a:pPr lvl="0" algn="ctr" defTabSz="666750">
            <a:lnSpc>
              <a:spcPct val="90000"/>
            </a:lnSpc>
            <a:spcBef>
              <a:spcPct val="0"/>
            </a:spcBef>
            <a:spcAft>
              <a:spcPct val="35000"/>
            </a:spcAft>
          </a:pPr>
          <a:r>
            <a:rPr lang="en-US" sz="1500" kern="1200"/>
            <a:t>Optical disc drive</a:t>
          </a:r>
        </a:p>
      </dsp:txBody>
      <dsp:txXfrm>
        <a:off x="40295" y="2642140"/>
        <a:ext cx="2964362" cy="74484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0AC266-B5BD-49ED-992C-2AC7D9193D50}">
      <dsp:nvSpPr>
        <dsp:cNvPr id="0" name=""/>
        <dsp:cNvSpPr/>
      </dsp:nvSpPr>
      <dsp:spPr>
        <a:xfrm rot="5400000">
          <a:off x="5532240" y="-2431512"/>
          <a:ext cx="438670" cy="54132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9728" tIns="54864" rIns="109728" bIns="54864" numCol="1" spcCol="1270" anchor="ctr" anchorCtr="0">
          <a:noAutofit/>
        </a:bodyPr>
        <a:lstStyle/>
        <a:p>
          <a:pPr marL="114300" lvl="1" indent="-114300" algn="l" defTabSz="533400">
            <a:lnSpc>
              <a:spcPct val="90000"/>
            </a:lnSpc>
            <a:spcBef>
              <a:spcPct val="0"/>
            </a:spcBef>
            <a:spcAft>
              <a:spcPct val="15000"/>
            </a:spcAft>
            <a:buChar char="••"/>
          </a:pPr>
          <a:r>
            <a:rPr lang="en-US" sz="1200" kern="1200"/>
            <a:t>Striped set with no fault tolerance</a:t>
          </a:r>
        </a:p>
      </dsp:txBody>
      <dsp:txXfrm rot="-5400000">
        <a:off x="3044951" y="77191"/>
        <a:ext cx="5391834" cy="395842"/>
      </dsp:txXfrm>
    </dsp:sp>
    <dsp:sp modelId="{E1C507B0-CE90-4E03-B4DF-959306DBB7D4}">
      <dsp:nvSpPr>
        <dsp:cNvPr id="0" name=""/>
        <dsp:cNvSpPr/>
      </dsp:nvSpPr>
      <dsp:spPr>
        <a:xfrm>
          <a:off x="0" y="941"/>
          <a:ext cx="3044952" cy="548338"/>
        </a:xfrm>
        <a:prstGeom prst="roundRect">
          <a:avLst/>
        </a:prstGeom>
        <a:solidFill>
          <a:srgbClr val="2C95DD"/>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28575" rIns="57150" bIns="28575" numCol="1" spcCol="1270" anchor="ctr" anchorCtr="0">
          <a:noAutofit/>
        </a:bodyPr>
        <a:lstStyle/>
        <a:p>
          <a:pPr lvl="0" algn="ctr" defTabSz="666750">
            <a:lnSpc>
              <a:spcPct val="90000"/>
            </a:lnSpc>
            <a:spcBef>
              <a:spcPct val="0"/>
            </a:spcBef>
            <a:spcAft>
              <a:spcPct val="35000"/>
            </a:spcAft>
          </a:pPr>
          <a:r>
            <a:rPr lang="en-US" sz="1500" kern="1200"/>
            <a:t>RAID 0</a:t>
          </a:r>
        </a:p>
      </dsp:txBody>
      <dsp:txXfrm>
        <a:off x="26768" y="27709"/>
        <a:ext cx="2991416" cy="494802"/>
      </dsp:txXfrm>
    </dsp:sp>
    <dsp:sp modelId="{227BF414-BF92-4AC7-8B37-F08BED37A5BA}">
      <dsp:nvSpPr>
        <dsp:cNvPr id="0" name=""/>
        <dsp:cNvSpPr/>
      </dsp:nvSpPr>
      <dsp:spPr>
        <a:xfrm rot="5400000">
          <a:off x="5532240" y="-1855757"/>
          <a:ext cx="438670" cy="54132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9728" tIns="54864" rIns="109728" bIns="54864" numCol="1" spcCol="1270" anchor="ctr" anchorCtr="0">
          <a:noAutofit/>
        </a:bodyPr>
        <a:lstStyle/>
        <a:p>
          <a:pPr marL="114300" lvl="1" indent="-114300" algn="l" defTabSz="533400">
            <a:lnSpc>
              <a:spcPct val="90000"/>
            </a:lnSpc>
            <a:spcBef>
              <a:spcPct val="0"/>
            </a:spcBef>
            <a:spcAft>
              <a:spcPct val="15000"/>
            </a:spcAft>
            <a:buChar char="••"/>
          </a:pPr>
          <a:r>
            <a:rPr lang="en-US" sz="1200" kern="1200"/>
            <a:t>Disk mirroring</a:t>
          </a:r>
        </a:p>
      </dsp:txBody>
      <dsp:txXfrm rot="-5400000">
        <a:off x="3044951" y="652946"/>
        <a:ext cx="5391834" cy="395842"/>
      </dsp:txXfrm>
    </dsp:sp>
    <dsp:sp modelId="{F5F5DCD5-B94E-4374-9972-CB76AD36F8A2}">
      <dsp:nvSpPr>
        <dsp:cNvPr id="0" name=""/>
        <dsp:cNvSpPr/>
      </dsp:nvSpPr>
      <dsp:spPr>
        <a:xfrm>
          <a:off x="0" y="576697"/>
          <a:ext cx="3044952" cy="548338"/>
        </a:xfrm>
        <a:prstGeom prst="roundRect">
          <a:avLst/>
        </a:prstGeom>
        <a:solidFill>
          <a:srgbClr val="2C95DD"/>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28575" rIns="57150" bIns="28575" numCol="1" spcCol="1270" anchor="ctr" anchorCtr="0">
          <a:noAutofit/>
        </a:bodyPr>
        <a:lstStyle/>
        <a:p>
          <a:pPr lvl="0" algn="ctr" defTabSz="666750">
            <a:lnSpc>
              <a:spcPct val="90000"/>
            </a:lnSpc>
            <a:spcBef>
              <a:spcPct val="0"/>
            </a:spcBef>
            <a:spcAft>
              <a:spcPct val="35000"/>
            </a:spcAft>
          </a:pPr>
          <a:r>
            <a:rPr lang="en-US" sz="1500" kern="1200"/>
            <a:t>RAID 1 </a:t>
          </a:r>
        </a:p>
      </dsp:txBody>
      <dsp:txXfrm>
        <a:off x="26768" y="603465"/>
        <a:ext cx="2991416" cy="494802"/>
      </dsp:txXfrm>
    </dsp:sp>
    <dsp:sp modelId="{17FDFF8D-5754-40A6-90C0-1FF65591B9FB}">
      <dsp:nvSpPr>
        <dsp:cNvPr id="0" name=""/>
        <dsp:cNvSpPr/>
      </dsp:nvSpPr>
      <dsp:spPr>
        <a:xfrm rot="5400000">
          <a:off x="5532240" y="-1280001"/>
          <a:ext cx="438670" cy="54132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9728" tIns="54864" rIns="109728" bIns="54864" numCol="1" spcCol="1270" anchor="ctr" anchorCtr="0">
          <a:noAutofit/>
        </a:bodyPr>
        <a:lstStyle/>
        <a:p>
          <a:pPr marL="114300" lvl="1" indent="-114300" algn="l" defTabSz="533400">
            <a:lnSpc>
              <a:spcPct val="90000"/>
            </a:lnSpc>
            <a:spcBef>
              <a:spcPct val="0"/>
            </a:spcBef>
            <a:spcAft>
              <a:spcPct val="15000"/>
            </a:spcAft>
            <a:buChar char="••"/>
          </a:pPr>
          <a:r>
            <a:rPr lang="en-US" sz="1200" kern="1200"/>
            <a:t>Nested RAID (striping and mirroring)</a:t>
          </a:r>
        </a:p>
      </dsp:txBody>
      <dsp:txXfrm rot="-5400000">
        <a:off x="3044951" y="1228702"/>
        <a:ext cx="5391834" cy="395842"/>
      </dsp:txXfrm>
    </dsp:sp>
    <dsp:sp modelId="{E8197B1A-9EDC-44B3-B9A6-A286E453E106}">
      <dsp:nvSpPr>
        <dsp:cNvPr id="0" name=""/>
        <dsp:cNvSpPr/>
      </dsp:nvSpPr>
      <dsp:spPr>
        <a:xfrm>
          <a:off x="0" y="1152452"/>
          <a:ext cx="3044952" cy="548338"/>
        </a:xfrm>
        <a:prstGeom prst="roundRect">
          <a:avLst/>
        </a:prstGeom>
        <a:solidFill>
          <a:srgbClr val="2C95DD"/>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28575" rIns="57150" bIns="28575" numCol="1" spcCol="1270" anchor="ctr" anchorCtr="0">
          <a:noAutofit/>
        </a:bodyPr>
        <a:lstStyle/>
        <a:p>
          <a:pPr lvl="0" algn="ctr" defTabSz="666750">
            <a:lnSpc>
              <a:spcPct val="90000"/>
            </a:lnSpc>
            <a:spcBef>
              <a:spcPct val="0"/>
            </a:spcBef>
            <a:spcAft>
              <a:spcPct val="35000"/>
            </a:spcAft>
          </a:pPr>
          <a:r>
            <a:rPr lang="en-US" sz="1500" kern="1200"/>
            <a:t>RAID 1+0 </a:t>
          </a:r>
        </a:p>
      </dsp:txBody>
      <dsp:txXfrm>
        <a:off x="26768" y="1179220"/>
        <a:ext cx="2991416" cy="494802"/>
      </dsp:txXfrm>
    </dsp:sp>
    <dsp:sp modelId="{89459BF7-18C8-4DF4-A462-781838CCED8C}">
      <dsp:nvSpPr>
        <dsp:cNvPr id="0" name=""/>
        <dsp:cNvSpPr/>
      </dsp:nvSpPr>
      <dsp:spPr>
        <a:xfrm rot="5400000">
          <a:off x="5532240" y="-704246"/>
          <a:ext cx="438670" cy="54132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9728" tIns="54864" rIns="109728" bIns="54864" numCol="1" spcCol="1270" anchor="ctr" anchorCtr="0">
          <a:noAutofit/>
        </a:bodyPr>
        <a:lstStyle/>
        <a:p>
          <a:pPr marL="114300" lvl="1" indent="-114300" algn="l" defTabSz="533400">
            <a:lnSpc>
              <a:spcPct val="90000"/>
            </a:lnSpc>
            <a:spcBef>
              <a:spcPct val="0"/>
            </a:spcBef>
            <a:spcAft>
              <a:spcPct val="15000"/>
            </a:spcAft>
            <a:buChar char="••"/>
          </a:pPr>
          <a:r>
            <a:rPr lang="en-US" sz="1200" kern="1200"/>
            <a:t>Striped set with parallel access and a dedicated parity disk</a:t>
          </a:r>
        </a:p>
      </dsp:txBody>
      <dsp:txXfrm rot="-5400000">
        <a:off x="3044951" y="1804457"/>
        <a:ext cx="5391834" cy="395842"/>
      </dsp:txXfrm>
    </dsp:sp>
    <dsp:sp modelId="{6B00BC4D-46E6-49C4-8822-FDB71BC59661}">
      <dsp:nvSpPr>
        <dsp:cNvPr id="0" name=""/>
        <dsp:cNvSpPr/>
      </dsp:nvSpPr>
      <dsp:spPr>
        <a:xfrm>
          <a:off x="0" y="1728208"/>
          <a:ext cx="3044952" cy="548338"/>
        </a:xfrm>
        <a:prstGeom prst="roundRect">
          <a:avLst/>
        </a:prstGeom>
        <a:solidFill>
          <a:srgbClr val="2C95DD"/>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28575" rIns="57150" bIns="28575" numCol="1" spcCol="1270" anchor="ctr" anchorCtr="0">
          <a:noAutofit/>
        </a:bodyPr>
        <a:lstStyle/>
        <a:p>
          <a:pPr lvl="0" algn="ctr" defTabSz="666750">
            <a:lnSpc>
              <a:spcPct val="90000"/>
            </a:lnSpc>
            <a:spcBef>
              <a:spcPct val="0"/>
            </a:spcBef>
            <a:spcAft>
              <a:spcPct val="35000"/>
            </a:spcAft>
          </a:pPr>
          <a:r>
            <a:rPr lang="en-US" sz="1500" kern="1200"/>
            <a:t>RAID 3 </a:t>
          </a:r>
        </a:p>
      </dsp:txBody>
      <dsp:txXfrm>
        <a:off x="26768" y="1754976"/>
        <a:ext cx="2991416" cy="494802"/>
      </dsp:txXfrm>
    </dsp:sp>
    <dsp:sp modelId="{608FF975-C0BC-4776-BD9D-61C9CE0D1780}">
      <dsp:nvSpPr>
        <dsp:cNvPr id="0" name=""/>
        <dsp:cNvSpPr/>
      </dsp:nvSpPr>
      <dsp:spPr>
        <a:xfrm rot="5400000">
          <a:off x="5532240" y="-128490"/>
          <a:ext cx="438670" cy="54132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9728" tIns="54864" rIns="109728" bIns="54864" numCol="1" spcCol="1270" anchor="ctr" anchorCtr="0">
          <a:noAutofit/>
        </a:bodyPr>
        <a:lstStyle/>
        <a:p>
          <a:pPr marL="114300" lvl="1" indent="-114300" algn="l" defTabSz="533400">
            <a:lnSpc>
              <a:spcPct val="90000"/>
            </a:lnSpc>
            <a:spcBef>
              <a:spcPct val="0"/>
            </a:spcBef>
            <a:spcAft>
              <a:spcPct val="15000"/>
            </a:spcAft>
            <a:buChar char="••"/>
          </a:pPr>
          <a:r>
            <a:rPr lang="en-US" sz="1200" kern="1200"/>
            <a:t>Striped set with independent disk access and distributed parity</a:t>
          </a:r>
        </a:p>
      </dsp:txBody>
      <dsp:txXfrm rot="-5400000">
        <a:off x="3044951" y="2380213"/>
        <a:ext cx="5391834" cy="395842"/>
      </dsp:txXfrm>
    </dsp:sp>
    <dsp:sp modelId="{909C622C-0410-4CE6-B55D-4FFDDA72CD14}">
      <dsp:nvSpPr>
        <dsp:cNvPr id="0" name=""/>
        <dsp:cNvSpPr/>
      </dsp:nvSpPr>
      <dsp:spPr>
        <a:xfrm>
          <a:off x="0" y="2303964"/>
          <a:ext cx="3044952" cy="548338"/>
        </a:xfrm>
        <a:prstGeom prst="roundRect">
          <a:avLst/>
        </a:prstGeom>
        <a:solidFill>
          <a:srgbClr val="2C95DD"/>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28575" rIns="57150" bIns="28575" numCol="1" spcCol="1270" anchor="ctr" anchorCtr="0">
          <a:noAutofit/>
        </a:bodyPr>
        <a:lstStyle/>
        <a:p>
          <a:pPr lvl="0" algn="ctr" defTabSz="666750">
            <a:lnSpc>
              <a:spcPct val="90000"/>
            </a:lnSpc>
            <a:spcBef>
              <a:spcPct val="0"/>
            </a:spcBef>
            <a:spcAft>
              <a:spcPct val="35000"/>
            </a:spcAft>
          </a:pPr>
          <a:r>
            <a:rPr lang="en-US" sz="1500" kern="1200"/>
            <a:t>RAID 5 </a:t>
          </a:r>
        </a:p>
      </dsp:txBody>
      <dsp:txXfrm>
        <a:off x="26768" y="2330732"/>
        <a:ext cx="2991416" cy="494802"/>
      </dsp:txXfrm>
    </dsp:sp>
    <dsp:sp modelId="{5351C14F-38FF-48B3-8F5D-D1AB1203F296}">
      <dsp:nvSpPr>
        <dsp:cNvPr id="0" name=""/>
        <dsp:cNvSpPr/>
      </dsp:nvSpPr>
      <dsp:spPr>
        <a:xfrm rot="5400000">
          <a:off x="5532240" y="447264"/>
          <a:ext cx="438670" cy="54132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9728" tIns="54864" rIns="109728" bIns="54864" numCol="1" spcCol="1270" anchor="ctr" anchorCtr="0">
          <a:noAutofit/>
        </a:bodyPr>
        <a:lstStyle/>
        <a:p>
          <a:pPr marL="114300" lvl="1" indent="-114300" algn="l" defTabSz="533400">
            <a:lnSpc>
              <a:spcPct val="90000"/>
            </a:lnSpc>
            <a:spcBef>
              <a:spcPct val="0"/>
            </a:spcBef>
            <a:spcAft>
              <a:spcPct val="15000"/>
            </a:spcAft>
            <a:buChar char="••"/>
          </a:pPr>
          <a:r>
            <a:rPr lang="en-US" sz="1200" kern="1200"/>
            <a:t>Striped set with independent disk access and dual distributed parity</a:t>
          </a:r>
        </a:p>
      </dsp:txBody>
      <dsp:txXfrm rot="-5400000">
        <a:off x="3044951" y="2955967"/>
        <a:ext cx="5391834" cy="395842"/>
      </dsp:txXfrm>
    </dsp:sp>
    <dsp:sp modelId="{D3D6F330-2D7F-42AC-B47D-D9B482C70ABC}">
      <dsp:nvSpPr>
        <dsp:cNvPr id="0" name=""/>
        <dsp:cNvSpPr/>
      </dsp:nvSpPr>
      <dsp:spPr>
        <a:xfrm>
          <a:off x="0" y="2879719"/>
          <a:ext cx="3044952" cy="548338"/>
        </a:xfrm>
        <a:prstGeom prst="roundRect">
          <a:avLst/>
        </a:prstGeom>
        <a:solidFill>
          <a:srgbClr val="2C95DD"/>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28575" rIns="57150" bIns="28575" numCol="1" spcCol="1270" anchor="ctr" anchorCtr="0">
          <a:noAutofit/>
        </a:bodyPr>
        <a:lstStyle/>
        <a:p>
          <a:pPr lvl="0" algn="ctr" defTabSz="666750">
            <a:lnSpc>
              <a:spcPct val="90000"/>
            </a:lnSpc>
            <a:spcBef>
              <a:spcPct val="0"/>
            </a:spcBef>
            <a:spcAft>
              <a:spcPct val="35000"/>
            </a:spcAft>
          </a:pPr>
          <a:r>
            <a:rPr lang="en-US" sz="1500" kern="1200"/>
            <a:t>RAID 6 </a:t>
          </a:r>
        </a:p>
      </dsp:txBody>
      <dsp:txXfrm>
        <a:off x="26768" y="2906487"/>
        <a:ext cx="2991416" cy="49480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0AC266-B5BD-49ED-992C-2AC7D9193D50}">
      <dsp:nvSpPr>
        <dsp:cNvPr id="0" name=""/>
        <dsp:cNvSpPr/>
      </dsp:nvSpPr>
      <dsp:spPr>
        <a:xfrm rot="5400000">
          <a:off x="5309556" y="-2152425"/>
          <a:ext cx="884039" cy="54132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9728" tIns="54864" rIns="109728" bIns="54864" numCol="1" spcCol="1270" anchor="ctr" anchorCtr="0">
          <a:noAutofit/>
        </a:bodyPr>
        <a:lstStyle/>
        <a:p>
          <a:pPr marL="114300" lvl="1" indent="-114300" algn="l" defTabSz="533400">
            <a:lnSpc>
              <a:spcPct val="90000"/>
            </a:lnSpc>
            <a:spcBef>
              <a:spcPct val="0"/>
            </a:spcBef>
            <a:spcAft>
              <a:spcPct val="15000"/>
            </a:spcAft>
            <a:buChar char="••"/>
          </a:pPr>
          <a:r>
            <a:rPr lang="en-US" sz="1200" kern="1200"/>
            <a:t>Provide physical interface to a node for communicating with other nodes</a:t>
          </a:r>
        </a:p>
        <a:p>
          <a:pPr marL="114300" lvl="1" indent="-114300" algn="l" defTabSz="533400">
            <a:lnSpc>
              <a:spcPct val="90000"/>
            </a:lnSpc>
            <a:spcBef>
              <a:spcPct val="0"/>
            </a:spcBef>
            <a:spcAft>
              <a:spcPct val="15000"/>
            </a:spcAft>
            <a:buChar char="••"/>
          </a:pPr>
          <a:r>
            <a:rPr lang="en-US" sz="1200" kern="1200"/>
            <a:t>Examples: FC HBAs and storage system front-end adapters</a:t>
          </a:r>
        </a:p>
      </dsp:txBody>
      <dsp:txXfrm rot="-5400000">
        <a:off x="3044952" y="155334"/>
        <a:ext cx="5370093" cy="797729"/>
      </dsp:txXfrm>
    </dsp:sp>
    <dsp:sp modelId="{E1C507B0-CE90-4E03-B4DF-959306DBB7D4}">
      <dsp:nvSpPr>
        <dsp:cNvPr id="0" name=""/>
        <dsp:cNvSpPr/>
      </dsp:nvSpPr>
      <dsp:spPr>
        <a:xfrm>
          <a:off x="0" y="1674"/>
          <a:ext cx="3044952" cy="1105048"/>
        </a:xfrm>
        <a:prstGeom prst="roundRect">
          <a:avLst/>
        </a:prstGeom>
        <a:solidFill>
          <a:srgbClr val="2C95DD"/>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28575" rIns="57150" bIns="28575" numCol="1" spcCol="1270" anchor="ctr" anchorCtr="0">
          <a:noAutofit/>
        </a:bodyPr>
        <a:lstStyle/>
        <a:p>
          <a:pPr lvl="0" algn="ctr" defTabSz="666750">
            <a:lnSpc>
              <a:spcPct val="90000"/>
            </a:lnSpc>
            <a:spcBef>
              <a:spcPct val="0"/>
            </a:spcBef>
            <a:spcAft>
              <a:spcPct val="35000"/>
            </a:spcAft>
          </a:pPr>
          <a:r>
            <a:rPr lang="en-US" sz="1500" kern="1200"/>
            <a:t>Network adapters</a:t>
          </a:r>
        </a:p>
      </dsp:txBody>
      <dsp:txXfrm>
        <a:off x="53944" y="55618"/>
        <a:ext cx="2937064" cy="997160"/>
      </dsp:txXfrm>
    </dsp:sp>
    <dsp:sp modelId="{227BF414-BF92-4AC7-8B37-F08BED37A5BA}">
      <dsp:nvSpPr>
        <dsp:cNvPr id="0" name=""/>
        <dsp:cNvSpPr/>
      </dsp:nvSpPr>
      <dsp:spPr>
        <a:xfrm rot="5400000">
          <a:off x="5309556" y="-992124"/>
          <a:ext cx="884039" cy="54132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9728" tIns="54864" rIns="109728" bIns="54864" numCol="1" spcCol="1270" anchor="ctr" anchorCtr="0">
          <a:noAutofit/>
        </a:bodyPr>
        <a:lstStyle/>
        <a:p>
          <a:pPr marL="114300" lvl="1" indent="-114300" algn="l" defTabSz="533400">
            <a:lnSpc>
              <a:spcPct val="90000"/>
            </a:lnSpc>
            <a:spcBef>
              <a:spcPct val="0"/>
            </a:spcBef>
            <a:spcAft>
              <a:spcPct val="15000"/>
            </a:spcAft>
            <a:buChar char="••"/>
          </a:pPr>
          <a:r>
            <a:rPr lang="en-US" sz="1200" kern="1200"/>
            <a:t>Optical fiber cables are predominantly used to provide connectivity</a:t>
          </a:r>
        </a:p>
        <a:p>
          <a:pPr marL="114300" lvl="1" indent="-114300" algn="l" defTabSz="533400">
            <a:lnSpc>
              <a:spcPct val="90000"/>
            </a:lnSpc>
            <a:spcBef>
              <a:spcPct val="0"/>
            </a:spcBef>
            <a:spcAft>
              <a:spcPct val="15000"/>
            </a:spcAft>
            <a:buChar char="••"/>
          </a:pPr>
          <a:r>
            <a:rPr lang="en-US" sz="1200" kern="1200"/>
            <a:t>Connectors enable cables to be swiftly connected to and disconnected from ports</a:t>
          </a:r>
        </a:p>
      </dsp:txBody>
      <dsp:txXfrm rot="-5400000">
        <a:off x="3044952" y="1315635"/>
        <a:ext cx="5370093" cy="797729"/>
      </dsp:txXfrm>
    </dsp:sp>
    <dsp:sp modelId="{F5F5DCD5-B94E-4374-9972-CB76AD36F8A2}">
      <dsp:nvSpPr>
        <dsp:cNvPr id="0" name=""/>
        <dsp:cNvSpPr/>
      </dsp:nvSpPr>
      <dsp:spPr>
        <a:xfrm>
          <a:off x="0" y="1161975"/>
          <a:ext cx="3044952" cy="1105048"/>
        </a:xfrm>
        <a:prstGeom prst="roundRect">
          <a:avLst/>
        </a:prstGeom>
        <a:solidFill>
          <a:srgbClr val="2C95DD"/>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28575" rIns="57150" bIns="28575" numCol="1" spcCol="1270" anchor="ctr" anchorCtr="0">
          <a:noAutofit/>
        </a:bodyPr>
        <a:lstStyle/>
        <a:p>
          <a:pPr lvl="0" algn="ctr" defTabSz="666750">
            <a:lnSpc>
              <a:spcPct val="90000"/>
            </a:lnSpc>
            <a:spcBef>
              <a:spcPct val="0"/>
            </a:spcBef>
            <a:spcAft>
              <a:spcPct val="35000"/>
            </a:spcAft>
          </a:pPr>
          <a:r>
            <a:rPr lang="en-US" sz="1500" kern="1200"/>
            <a:t>Cables and connectors</a:t>
          </a:r>
        </a:p>
      </dsp:txBody>
      <dsp:txXfrm>
        <a:off x="53944" y="1215919"/>
        <a:ext cx="2937064" cy="997160"/>
      </dsp:txXfrm>
    </dsp:sp>
    <dsp:sp modelId="{17FDFF8D-5754-40A6-90C0-1FF65591B9FB}">
      <dsp:nvSpPr>
        <dsp:cNvPr id="0" name=""/>
        <dsp:cNvSpPr/>
      </dsp:nvSpPr>
      <dsp:spPr>
        <a:xfrm rot="5400000">
          <a:off x="5309556" y="168177"/>
          <a:ext cx="884039" cy="541324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9728" tIns="54864" rIns="109728" bIns="54864" numCol="1" spcCol="1270" anchor="ctr" anchorCtr="0">
          <a:noAutofit/>
        </a:bodyPr>
        <a:lstStyle/>
        <a:p>
          <a:pPr marL="114300" lvl="1" indent="-114300" algn="l" defTabSz="533400">
            <a:lnSpc>
              <a:spcPct val="90000"/>
            </a:lnSpc>
            <a:spcBef>
              <a:spcPct val="0"/>
            </a:spcBef>
            <a:spcAft>
              <a:spcPct val="15000"/>
            </a:spcAft>
            <a:buChar char="••"/>
          </a:pPr>
          <a:r>
            <a:rPr lang="en-US" sz="1200" kern="1200"/>
            <a:t>FC switches and directors</a:t>
          </a:r>
        </a:p>
        <a:p>
          <a:pPr marL="114300" lvl="1" indent="-114300" algn="l" defTabSz="533400">
            <a:lnSpc>
              <a:spcPct val="90000"/>
            </a:lnSpc>
            <a:spcBef>
              <a:spcPct val="0"/>
            </a:spcBef>
            <a:spcAft>
              <a:spcPct val="15000"/>
            </a:spcAft>
            <a:buChar char="••"/>
          </a:pPr>
          <a:r>
            <a:rPr lang="en-US" sz="1200" kern="1200"/>
            <a:t>Directors have a modular design, a higher port count, and better fault-tolerance</a:t>
          </a:r>
        </a:p>
        <a:p>
          <a:pPr marL="114300" lvl="1" indent="-114300" algn="l" defTabSz="533400">
            <a:lnSpc>
              <a:spcPct val="90000"/>
            </a:lnSpc>
            <a:spcBef>
              <a:spcPct val="0"/>
            </a:spcBef>
            <a:spcAft>
              <a:spcPct val="15000"/>
            </a:spcAft>
            <a:buChar char="••"/>
          </a:pPr>
          <a:r>
            <a:rPr lang="en-US" sz="1200" kern="1200"/>
            <a:t>Switches either have a fixed port count or a modular design</a:t>
          </a:r>
        </a:p>
      </dsp:txBody>
      <dsp:txXfrm rot="-5400000">
        <a:off x="3044952" y="2475937"/>
        <a:ext cx="5370093" cy="797729"/>
      </dsp:txXfrm>
    </dsp:sp>
    <dsp:sp modelId="{E8197B1A-9EDC-44B3-B9A6-A286E453E106}">
      <dsp:nvSpPr>
        <dsp:cNvPr id="0" name=""/>
        <dsp:cNvSpPr/>
      </dsp:nvSpPr>
      <dsp:spPr>
        <a:xfrm>
          <a:off x="0" y="2322276"/>
          <a:ext cx="3044952" cy="1105048"/>
        </a:xfrm>
        <a:prstGeom prst="roundRect">
          <a:avLst/>
        </a:prstGeom>
        <a:solidFill>
          <a:srgbClr val="2C95DD"/>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28575" rIns="57150" bIns="28575" numCol="1" spcCol="1270" anchor="ctr" anchorCtr="0">
          <a:noAutofit/>
        </a:bodyPr>
        <a:lstStyle/>
        <a:p>
          <a:pPr lvl="0" algn="ctr" defTabSz="666750">
            <a:lnSpc>
              <a:spcPct val="90000"/>
            </a:lnSpc>
            <a:spcBef>
              <a:spcPct val="0"/>
            </a:spcBef>
            <a:spcAft>
              <a:spcPct val="35000"/>
            </a:spcAft>
          </a:pPr>
          <a:r>
            <a:rPr lang="en-US" sz="1500" kern="1200"/>
            <a:t>Interconnecting devices</a:t>
          </a:r>
        </a:p>
      </dsp:txBody>
      <dsp:txXfrm>
        <a:off x="53944" y="2376220"/>
        <a:ext cx="2937064" cy="997160"/>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3161506" y="8915400"/>
            <a:ext cx="534987" cy="228600"/>
          </a:xfrm>
          <a:prstGeom prst="rect">
            <a:avLst/>
          </a:prstGeom>
        </p:spPr>
        <p:txBody>
          <a:bodyPr vert="horz" lIns="91440" tIns="45720" rIns="91440" bIns="45720" rtlCol="0" anchor="b"/>
          <a:lstStyle>
            <a:lvl1pPr algn="r">
              <a:defRPr sz="1200"/>
            </a:lvl1pPr>
          </a:lstStyle>
          <a:p>
            <a:pPr algn="ctr"/>
            <a:fld id="{F7B6D393-E4E3-D143-A14E-086EC3E10D5C}" type="slidenum">
              <a:rPr lang="en-US" sz="800" smtClean="0">
                <a:latin typeface="Verdana"/>
              </a:rPr>
              <a:pPr algn="ctr"/>
              <a:t>‹#›</a:t>
            </a:fld>
            <a:endParaRPr lang="en-US" sz="800">
              <a:latin typeface="Verdana"/>
            </a:endParaRPr>
          </a:p>
        </p:txBody>
      </p:sp>
      <p:sp>
        <p:nvSpPr>
          <p:cNvPr id="4" name="Title 1"/>
          <p:cNvSpPr txBox="1">
            <a:spLocks/>
          </p:cNvSpPr>
          <p:nvPr/>
        </p:nvSpPr>
        <p:spPr bwMode="gray">
          <a:xfrm>
            <a:off x="457199" y="228600"/>
            <a:ext cx="5943601" cy="460375"/>
          </a:xfrm>
          <a:prstGeom prst="rect">
            <a:avLst/>
          </a:prstGeom>
          <a:noFill/>
        </p:spPr>
        <p:txBody>
          <a:bodyPr lIns="0" tIns="0" rIns="0" bIns="0" anchor="t" anchorCtr="0"/>
          <a:lstStyle>
            <a:lvl1pPr algn="ctr" defTabSz="457200" rtl="0" eaLnBrk="1" latinLnBrk="0" hangingPunct="1">
              <a:spcBef>
                <a:spcPct val="0"/>
              </a:spcBef>
              <a:buNone/>
              <a:defRPr lang="en-US" sz="3200" kern="1200" dirty="0">
                <a:ln>
                  <a:noFill/>
                </a:ln>
                <a:solidFill>
                  <a:schemeClr val="bg1">
                    <a:lumMod val="65000"/>
                  </a:schemeClr>
                </a:solidFill>
                <a:latin typeface="Verdana" pitchFamily="34" charset="0"/>
                <a:ea typeface="+mj-ea"/>
                <a:cs typeface="+mj-cs"/>
              </a:defRPr>
            </a:lvl1pPr>
          </a:lstStyle>
          <a:p>
            <a:pPr algn="ctr">
              <a:lnSpc>
                <a:spcPct val="90000"/>
              </a:lnSpc>
            </a:pPr>
            <a:r>
              <a:rPr lang="en-US" sz="1400">
                <a:solidFill>
                  <a:srgbClr val="000000"/>
                </a:solidFill>
              </a:rPr>
              <a:t>TITLE</a:t>
            </a:r>
          </a:p>
        </p:txBody>
      </p:sp>
    </p:spTree>
    <p:extLst>
      <p:ext uri="{BB962C8B-B14F-4D97-AF65-F5344CB8AC3E}">
        <p14:creationId xmlns:p14="http://schemas.microsoft.com/office/powerpoint/2010/main" val="1157435796"/>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058333" y="685800"/>
            <a:ext cx="4741333" cy="2667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457200" y="3581400"/>
            <a:ext cx="5943600" cy="5265170"/>
          </a:xfrm>
          <a:prstGeom prst="rect">
            <a:avLst/>
          </a:prstGeom>
        </p:spPr>
        <p:txBody>
          <a:bodyPr vert="horz" lIns="0" tIns="0" rIns="0" bIns="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p:cNvSpPr txBox="1"/>
          <p:nvPr/>
        </p:nvSpPr>
        <p:spPr>
          <a:xfrm>
            <a:off x="6420403" y="8915400"/>
            <a:ext cx="360997" cy="215444"/>
          </a:xfrm>
          <a:prstGeom prst="rect">
            <a:avLst/>
          </a:prstGeom>
          <a:solidFill>
            <a:schemeClr val="bg1"/>
          </a:solidFill>
        </p:spPr>
        <p:txBody>
          <a:bodyPr wrap="none" lIns="91440" tIns="45720" rIns="91440" bIns="45720" rtlCol="0">
            <a:spAutoFit/>
          </a:bodyPr>
          <a:lstStyle/>
          <a:p>
            <a:pPr marL="0" marR="0" indent="0" algn="ctr" defTabSz="457200" rtl="0" eaLnBrk="1" fontAlgn="auto" latinLnBrk="0" hangingPunct="1">
              <a:lnSpc>
                <a:spcPct val="100000"/>
              </a:lnSpc>
              <a:spcBef>
                <a:spcPts val="0"/>
              </a:spcBef>
              <a:spcAft>
                <a:spcPts val="0"/>
              </a:spcAft>
              <a:buClrTx/>
              <a:buSzTx/>
              <a:buFontTx/>
              <a:buNone/>
              <a:tabLst/>
              <a:defRPr/>
            </a:pPr>
            <a:fld id="{BC3221F6-DF1F-4F4D-A457-D497032B3BDC}" type="slidenum">
              <a:rPr lang="en-US" sz="800" smtClean="0"/>
              <a:pPr marL="0" marR="0" indent="0" algn="ct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2" name="Rectangle 1"/>
          <p:cNvSpPr/>
          <p:nvPr/>
        </p:nvSpPr>
        <p:spPr>
          <a:xfrm>
            <a:off x="14286" y="8949827"/>
            <a:ext cx="3338513" cy="184666"/>
          </a:xfrm>
          <a:prstGeom prst="rect">
            <a:avLst/>
          </a:prstGeom>
        </p:spPr>
        <p:txBody>
          <a:bodyPr wrap="square">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600">
                <a:solidFill>
                  <a:schemeClr val="bg2"/>
                </a:solidFill>
                <a:latin typeface="+mn-lt"/>
              </a:rPr>
              <a:t>Copyright 2014 EMC Corporation. All rights reserved.</a:t>
            </a:r>
          </a:p>
        </p:txBody>
      </p:sp>
      <p:sp>
        <p:nvSpPr>
          <p:cNvPr id="9" name="Footer Placeholder 5"/>
          <p:cNvSpPr>
            <a:spLocks noGrp="1"/>
          </p:cNvSpPr>
          <p:nvPr>
            <p:ph type="ftr" sz="quarter" idx="4"/>
          </p:nvPr>
        </p:nvSpPr>
        <p:spPr>
          <a:xfrm>
            <a:off x="3124200" y="8980820"/>
            <a:ext cx="3276600" cy="189708"/>
          </a:xfrm>
          <a:prstGeom prst="rect">
            <a:avLst/>
          </a:prstGeom>
        </p:spPr>
        <p:txBody>
          <a:bodyPr vert="horz" rtlCol="0" anchor="b"/>
          <a:lstStyle>
            <a:lvl1pPr algn="r" fontAlgn="auto">
              <a:spcBef>
                <a:spcPts val="0"/>
              </a:spcBef>
              <a:spcAft>
                <a:spcPts val="0"/>
              </a:spcAft>
              <a:defRPr sz="800">
                <a:latin typeface="+mn-lt"/>
                <a:cs typeface="+mn-cs"/>
              </a:defRPr>
            </a:lvl1pPr>
            <a:extLst/>
          </a:lstStyle>
          <a:p>
            <a:pPr>
              <a:defRPr/>
            </a:pPr>
            <a:r>
              <a:rPr lang="en-US"/>
              <a:t>Module: Physical Layer</a:t>
            </a:r>
          </a:p>
        </p:txBody>
      </p:sp>
    </p:spTree>
    <p:extLst>
      <p:ext uri="{BB962C8B-B14F-4D97-AF65-F5344CB8AC3E}">
        <p14:creationId xmlns:p14="http://schemas.microsoft.com/office/powerpoint/2010/main" val="1816467040"/>
      </p:ext>
    </p:extLst>
  </p:cSld>
  <p:clrMap bg1="lt1" tx1="dk1" bg2="lt2" tx2="dk2" accent1="accent1" accent2="accent2" accent3="accent3" accent4="accent4" accent5="accent5" accent6="accent6" hlink="hlink" folHlink="folHlink"/>
  <p:hf hdr="0" dt="0"/>
  <p:notesStyle>
    <a:lvl1pPr marL="0" algn="l" defTabSz="457200" rtl="0" eaLnBrk="1" latinLnBrk="0" hangingPunct="1">
      <a:spcBef>
        <a:spcPts val="1200"/>
      </a:spcBef>
      <a:defRPr sz="1000" kern="1200">
        <a:solidFill>
          <a:schemeClr val="tx1"/>
        </a:solidFill>
        <a:latin typeface="+mn-lt"/>
        <a:ea typeface="+mn-ea"/>
        <a:cs typeface="Calibri" panose="020F0502020204030204" pitchFamily="34" charset="0"/>
      </a:defRPr>
    </a:lvl1pPr>
    <a:lvl2pPr marL="344488" indent="-117475" algn="l" defTabSz="457200" rtl="0" eaLnBrk="1" latinLnBrk="0" hangingPunct="1">
      <a:spcBef>
        <a:spcPts val="600"/>
      </a:spcBef>
      <a:buFont typeface="Arial"/>
      <a:buChar char="•"/>
      <a:defRPr sz="1000" kern="1200">
        <a:solidFill>
          <a:schemeClr val="tx1"/>
        </a:solidFill>
        <a:latin typeface="+mn-lt"/>
        <a:ea typeface="+mn-ea"/>
        <a:cs typeface="Calibri" panose="020F0502020204030204" pitchFamily="34" charset="0"/>
      </a:defRPr>
    </a:lvl2pPr>
    <a:lvl3pPr marL="628650" indent="-174625" algn="l" defTabSz="457200" rtl="0" eaLnBrk="1" latinLnBrk="0" hangingPunct="1">
      <a:spcBef>
        <a:spcPts val="600"/>
      </a:spcBef>
      <a:buFont typeface="Lucida Grande"/>
      <a:buChar char="–"/>
      <a:tabLst/>
      <a:defRPr sz="1000" kern="1200">
        <a:solidFill>
          <a:schemeClr val="tx1"/>
        </a:solidFill>
        <a:latin typeface="+mn-lt"/>
        <a:ea typeface="+mn-ea"/>
        <a:cs typeface="Calibri" panose="020F0502020204030204" pitchFamily="34" charset="0"/>
      </a:defRPr>
    </a:lvl3pPr>
    <a:lvl4pPr marL="973138" indent="-174625" algn="l" defTabSz="457200" rtl="0" eaLnBrk="1" latinLnBrk="0" hangingPunct="1">
      <a:spcBef>
        <a:spcPts val="600"/>
      </a:spcBef>
      <a:buFont typeface="Wingdings" charset="2"/>
      <a:buChar char="§"/>
      <a:defRPr sz="1000" kern="1200">
        <a:solidFill>
          <a:schemeClr val="tx1"/>
        </a:solidFill>
        <a:latin typeface="+mn-lt"/>
        <a:ea typeface="+mn-ea"/>
        <a:cs typeface="Calibri" panose="020F0502020204030204" pitchFamily="34" charset="0"/>
      </a:defRPr>
    </a:lvl4pPr>
    <a:lvl5pPr marL="1258888" indent="-117475" algn="l" defTabSz="457200" rtl="0" eaLnBrk="1" latinLnBrk="0" hangingPunct="1">
      <a:spcBef>
        <a:spcPts val="600"/>
      </a:spcBef>
      <a:buFont typeface="Lucida Grande"/>
      <a:buChar char="–"/>
      <a:defRPr sz="1000" kern="1200">
        <a:solidFill>
          <a:schemeClr val="tx1"/>
        </a:solidFill>
        <a:latin typeface="+mn-lt"/>
        <a:ea typeface="+mn-ea"/>
        <a:cs typeface="Calibri" panose="020F0502020204030204" pitchFamily="34" charset="0"/>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Aft>
                <a:spcPct val="0"/>
              </a:spcAft>
              <a:buClrTx/>
              <a:buSzTx/>
              <a:buFontTx/>
              <a:buNone/>
              <a:tabLst/>
              <a:defRPr/>
            </a:pPr>
            <a:r>
              <a:rPr lang="en-US"/>
              <a:t>This module focuses on the physical layer of the cloud computing reference model. This module focuses on physical compute system, its components, and its types. This module also focuses on storage system architectures. Further, this module focuses on </a:t>
            </a:r>
            <a:r>
              <a:rPr lang="en-US" sz="1000"/>
              <a:t>network connectivity and the types of network</a:t>
            </a:r>
            <a:r>
              <a:rPr lang="en-US" sz="1000" baseline="0"/>
              <a:t> communication</a:t>
            </a:r>
            <a:r>
              <a:rPr lang="en-US" sz="1000"/>
              <a:t>.</a:t>
            </a:r>
            <a:endParaRPr lang="en-US"/>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Physical Layer</a:t>
            </a:r>
          </a:p>
        </p:txBody>
      </p:sp>
    </p:spTree>
    <p:extLst>
      <p:ext uri="{BB962C8B-B14F-4D97-AF65-F5344CB8AC3E}">
        <p14:creationId xmlns:p14="http://schemas.microsoft.com/office/powerpoint/2010/main" val="27109888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a:t>The physical layer—highlighted in the figure on the slide—is the foundation layer of the cloud reference</a:t>
            </a:r>
            <a:r>
              <a:rPr lang="en-US" baseline="0"/>
              <a:t> model. The process of building a cloud infrastructure is typically initiated with the cloud service provider setting up the physical hardware resources of the cloud infrastructure.</a:t>
            </a:r>
            <a:endParaRPr lang="en-US"/>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Physical Layer</a:t>
            </a:r>
          </a:p>
        </p:txBody>
      </p:sp>
    </p:spTree>
    <p:extLst>
      <p:ext uri="{BB962C8B-B14F-4D97-AF65-F5344CB8AC3E}">
        <p14:creationId xmlns:p14="http://schemas.microsoft.com/office/powerpoint/2010/main" val="16148772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pPr defTabSz="914400" eaLnBrk="0" fontAlgn="base" hangingPunct="0">
              <a:spcAft>
                <a:spcPct val="0"/>
              </a:spcAft>
              <a:defRPr/>
            </a:pPr>
            <a:r>
              <a:rPr lang="en-US"/>
              <a:t>The physical layer comprises compute, storage, and network resources, which are the fundamental physical computing resources that make up </a:t>
            </a:r>
            <a:r>
              <a:rPr lang="en-US" baseline="0"/>
              <a:t>a cloud infrastructure</a:t>
            </a:r>
            <a:r>
              <a:rPr lang="en-US"/>
              <a:t>.</a:t>
            </a:r>
            <a:r>
              <a:rPr lang="en-US" baseline="0"/>
              <a:t> As discussed in </a:t>
            </a:r>
            <a:r>
              <a:rPr lang="en-US"/>
              <a:t>the ‘Introduction to Cloud Computing’ module</a:t>
            </a:r>
            <a:r>
              <a:rPr lang="en-US" baseline="0"/>
              <a:t>, the physical resources are typically pooled to serve multiple consumers.</a:t>
            </a:r>
          </a:p>
          <a:p>
            <a:pPr defTabSz="914400" eaLnBrk="0" fontAlgn="base" hangingPunct="0">
              <a:spcAft>
                <a:spcPct val="0"/>
              </a:spcAft>
              <a:defRPr/>
            </a:pPr>
            <a:r>
              <a:rPr lang="en-US"/>
              <a:t>Physical compute systems host the applications that a provider offers as services to consumers and also execute the software used by the</a:t>
            </a:r>
            <a:r>
              <a:rPr lang="en-US" baseline="0"/>
              <a:t> provider </a:t>
            </a:r>
            <a:r>
              <a:rPr lang="en-US"/>
              <a:t>to manage the cloud infrastructure and deliver services. A cloud provider also offers compute systems to consumers for hosting their applications in the cloud. Storage systems store business data and the data generated or processed by the applications deployed on the compute systems. Storage capacity may be offered</a:t>
            </a:r>
            <a:r>
              <a:rPr lang="en-US" baseline="0"/>
              <a:t> along with a compute system or separately (for example, in case of cloud-based backup). </a:t>
            </a:r>
            <a:r>
              <a:rPr lang="en-US"/>
              <a:t>Networks connect compute systems with each other and with storage systems. A network, such as a local area network (LAN), connects physical compute systems to each other, which enables</a:t>
            </a:r>
            <a:r>
              <a:rPr lang="en-US" baseline="0"/>
              <a:t> the applications running on the compute systems to exchange information</a:t>
            </a:r>
            <a:r>
              <a:rPr lang="en-US"/>
              <a:t>. A storage network connects compute systems to storage systems, which enables the applications to </a:t>
            </a:r>
            <a:r>
              <a:rPr lang="en-US" baseline="0"/>
              <a:t>access data from the storage systems.</a:t>
            </a:r>
            <a:r>
              <a:rPr lang="en-US"/>
              <a:t> If a cloud provider uses physical computing resources from multiple cloud data centers to provide services, networks connect</a:t>
            </a:r>
            <a:r>
              <a:rPr lang="en-US" baseline="0"/>
              <a:t> </a:t>
            </a:r>
            <a:r>
              <a:rPr lang="en-US"/>
              <a:t>the distributed computing resources enabling the data centers to work as a single large data center.</a:t>
            </a:r>
            <a:r>
              <a:rPr lang="en-US" baseline="0"/>
              <a:t> Networks also connect multiple clouds to one another—as in case of the hybrid cloud </a:t>
            </a:r>
            <a:r>
              <a:rPr lang="en-US"/>
              <a:t>model—</a:t>
            </a:r>
            <a:r>
              <a:rPr lang="en-US" baseline="0"/>
              <a:t>to enable them to share cloud resources and services.</a:t>
            </a:r>
          </a:p>
          <a:p>
            <a:pPr marL="0" marR="0" indent="0" algn="l" defTabSz="914400" rtl="0" eaLnBrk="0" fontAlgn="base" latinLnBrk="0" hangingPunct="0">
              <a:lnSpc>
                <a:spcPct val="100000"/>
              </a:lnSpc>
              <a:spcBef>
                <a:spcPts val="1200"/>
              </a:spcBef>
              <a:spcAft>
                <a:spcPct val="0"/>
              </a:spcAft>
              <a:buClrTx/>
              <a:buSzTx/>
              <a:buFontTx/>
              <a:buNone/>
              <a:tabLst/>
              <a:defRPr/>
            </a:pPr>
            <a:r>
              <a:rPr lang="en-US" baseline="0"/>
              <a:t>Based on several requirements such as </a:t>
            </a:r>
            <a:r>
              <a:rPr lang="en-US"/>
              <a:t>performance, scalability, cost, and so on</a:t>
            </a:r>
            <a:r>
              <a:rPr lang="en-US" baseline="0"/>
              <a:t>, a cloud provider has to make a number of decisions while building</a:t>
            </a:r>
            <a:r>
              <a:rPr lang="en-US"/>
              <a:t> the physical layer, including </a:t>
            </a:r>
            <a:r>
              <a:rPr lang="en-US" baseline="0"/>
              <a:t>choosing suitable </a:t>
            </a:r>
            <a:r>
              <a:rPr lang="en-US"/>
              <a:t>compute, storage, and network products and components, and the architecture and design of each system. The subsequent lessons describe various</a:t>
            </a:r>
            <a:r>
              <a:rPr lang="en-US" baseline="0"/>
              <a:t> </a:t>
            </a:r>
            <a:r>
              <a:rPr lang="en-US"/>
              <a:t>physical components </a:t>
            </a:r>
            <a:r>
              <a:rPr lang="en-US" baseline="0"/>
              <a:t>and architectures that are available to cloud providers to build the physical layer.</a:t>
            </a:r>
            <a:endParaRPr lang="en-US"/>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Physical Layer</a:t>
            </a:r>
          </a:p>
        </p:txBody>
      </p:sp>
    </p:spTree>
    <p:extLst>
      <p:ext uri="{BB962C8B-B14F-4D97-AF65-F5344CB8AC3E}">
        <p14:creationId xmlns:p14="http://schemas.microsoft.com/office/powerpoint/2010/main" val="16148772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a:t>This lesson covers an introduction to compute systems and describes the key components of a compute system. This lesson also covers the key software deployed on compute systems in a cloud environment, and the types of compute systems.</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Physical Layer</a:t>
            </a:r>
          </a:p>
        </p:txBody>
      </p:sp>
    </p:spTree>
    <p:extLst>
      <p:ext uri="{BB962C8B-B14F-4D97-AF65-F5344CB8AC3E}">
        <p14:creationId xmlns:p14="http://schemas.microsoft.com/office/powerpoint/2010/main" val="12775455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pPr defTabSz="914400" eaLnBrk="0" fontAlgn="base" hangingPunct="0">
              <a:defRPr/>
            </a:pPr>
            <a:r>
              <a:rPr lang="en-US"/>
              <a:t>A compute system is a computing platform (hardware, firmware, and software) that runs platform and application software. </a:t>
            </a:r>
            <a:r>
              <a:rPr lang="en-US" sz="1000" b="0" i="0" u="none" strike="noStrike" kern="1200" baseline="0">
                <a:solidFill>
                  <a:schemeClr val="tx1"/>
                </a:solidFill>
                <a:latin typeface="+mn-lt"/>
                <a:ea typeface="+mn-ea"/>
                <a:cs typeface="Calibri" panose="020F0502020204030204" pitchFamily="34" charset="0"/>
              </a:rPr>
              <a:t>Examples of physical compute systems include desktops, laptops, servers, mobile devices, and so on. A compute system consists of processor(s), memory, I/O devices, and a collection of software to perform computing operations. The software includes the operating system (OS), file system, logical volume manager, device drivers, and so on. The OS may include the other software or they can be installed individually. </a:t>
            </a:r>
            <a:r>
              <a:rPr lang="en-US"/>
              <a:t>The OS manages the physical components and application execution, and provides a user interface (UI) for users to operate and use the compute system.</a:t>
            </a:r>
            <a:endParaRPr lang="en-US" sz="1000" b="0" i="0" u="none" strike="noStrike" kern="1200" baseline="0"/>
          </a:p>
          <a:p>
            <a:pPr defTabSz="914400" eaLnBrk="0" fontAlgn="base" hangingPunct="0">
              <a:defRPr/>
            </a:pPr>
            <a:r>
              <a:rPr lang="en-US" sz="1000" b="0" i="0" u="none" strike="noStrike" kern="1200" baseline="0">
                <a:latin typeface="+mn-lt"/>
                <a:ea typeface="+mn-ea"/>
                <a:cs typeface="Calibri" panose="020F0502020204030204" pitchFamily="34" charset="0"/>
              </a:rPr>
              <a:t>I</a:t>
            </a:r>
            <a:r>
              <a:rPr lang="en-US"/>
              <a:t>n a cloud</a:t>
            </a:r>
            <a:r>
              <a:rPr lang="en-US" baseline="0"/>
              <a:t> environment, providers typically deploy </a:t>
            </a:r>
            <a:r>
              <a:rPr lang="en-US"/>
              <a:t>x86-based servers or hosts to build the physical layer. These compute systems execute a provider’s as well as the consumers’ software. Consumers may deploy their applications entirely on cloud compute systems or may leverage the cloud for specific scenarios, such as application development and testing, or during peak workloads. Two or more compute systems are typically combined together into a cluster – a group of compute systems that function together, sharing certain network and storage resources, and are viewed as a single system. Compute clusters are typically implemented to provide high availability and for balancing computing workloads. Compute clustering is covered in detail in the ‘Business Continuity’ module.</a:t>
            </a:r>
          </a:p>
          <a:p>
            <a:r>
              <a:rPr lang="en-US"/>
              <a:t>A cloud provider typically offers compute systems to consumers in two ways: shared hosting and dedicated hosting. In shared hosting, the compute systems are shared among multiple consumers. For example, a provider hosts a consumer’s website on the same compute system as the websites of other consumers. In dedicated hosting, a provider offers to a consumer dedicated compute systems that are not shared with any other consumer. </a:t>
            </a:r>
          </a:p>
          <a:p>
            <a:pPr defTabSz="914400" eaLnBrk="0" fontAlgn="base" hangingPunct="0">
              <a:defRPr/>
            </a:pPr>
            <a:r>
              <a:rPr lang="en-US" sz="1000" i="0" kern="1200">
                <a:effectLst/>
              </a:rPr>
              <a:t>P</a:t>
            </a:r>
            <a:r>
              <a:rPr lang="en-US" sz="1000" i="0" kern="1200" baseline="0">
                <a:effectLst/>
              </a:rPr>
              <a:t>roviders typically install compute virtualization software (hypervisor) on a compute system and </a:t>
            </a:r>
            <a:r>
              <a:rPr lang="en-US" i="0"/>
              <a:t>create multiple virtual compute systems,</a:t>
            </a:r>
            <a:r>
              <a:rPr lang="en-US" i="0" baseline="0"/>
              <a:t> known as virtual </a:t>
            </a:r>
            <a:r>
              <a:rPr lang="en-US" i="0"/>
              <a:t>machines (VMs), each capable of running its own OS. In this case, the hypervisor performs compute system management tasks and allocates the compute system’s resources, such as processor and memory, dynamically to each VM. The provider allocates the VMs running on a hypervisor to consumers for deploying their applications. The provider may pre-install an OS on a VM or may enable the consumers to install an</a:t>
            </a:r>
            <a:r>
              <a:rPr lang="en-US" i="0" baseline="0"/>
              <a:t> </a:t>
            </a:r>
            <a:r>
              <a:rPr lang="en-US" i="0"/>
              <a:t>OS of their choice. Compute virtualization is covered in detail </a:t>
            </a:r>
            <a:r>
              <a:rPr lang="en-US"/>
              <a:t>in the ‘Virtual Layer’ module.</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Physical Layer</a:t>
            </a:r>
          </a:p>
        </p:txBody>
      </p:sp>
    </p:spTree>
    <p:extLst>
      <p:ext uri="{BB962C8B-B14F-4D97-AF65-F5344CB8AC3E}">
        <p14:creationId xmlns:p14="http://schemas.microsoft.com/office/powerpoint/2010/main" val="16148772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a:t>A compute system typically comprises the following key physical hardware components assembled inside an enclosure:</a:t>
            </a:r>
            <a:r>
              <a:rPr lang="en-US" baseline="0"/>
              <a:t> </a:t>
            </a:r>
          </a:p>
          <a:p>
            <a:pPr marL="171450" indent="-171450">
              <a:buFont typeface="Arial" panose="020B0604020202020204" pitchFamily="34" charset="0"/>
              <a:buChar char="•"/>
            </a:pPr>
            <a:r>
              <a:rPr lang="en-US" b="1"/>
              <a:t>Processor:</a:t>
            </a:r>
            <a:r>
              <a:rPr lang="en-US" baseline="0"/>
              <a:t> </a:t>
            </a:r>
            <a:r>
              <a:rPr lang="en-US"/>
              <a:t>A processor,</a:t>
            </a:r>
            <a:r>
              <a:rPr lang="en-US" baseline="0"/>
              <a:t> </a:t>
            </a:r>
            <a:r>
              <a:rPr lang="en-US"/>
              <a:t>also known as a Central Processing Unit (CPU), is an integrated circuit (IC)</a:t>
            </a:r>
            <a:r>
              <a:rPr lang="en-US" baseline="0"/>
              <a:t> </a:t>
            </a:r>
            <a:r>
              <a:rPr lang="en-US"/>
              <a:t>that executes the instructions of a software program by performing fundamental arithmetical, logical, and input/output operations. A common processor/instruction set architecture is the x86 architecture with 32-bit and 64-bit processing capabilities. Modern processors have multiple cores (independent processing units), each capable of functioning as an individual processor.</a:t>
            </a:r>
          </a:p>
          <a:p>
            <a:pPr marL="171450" indent="-171450">
              <a:buFont typeface="Arial" panose="020B0604020202020204" pitchFamily="34" charset="0"/>
              <a:buChar char="•"/>
            </a:pPr>
            <a:r>
              <a:rPr lang="en-US" b="1"/>
              <a:t>Random-Access Memory (RAM):</a:t>
            </a:r>
            <a:r>
              <a:rPr lang="en-US" baseline="0"/>
              <a:t> </a:t>
            </a:r>
            <a:r>
              <a:rPr lang="en-US"/>
              <a:t>The RAM or main memory is a volatile data storage device internal to a compute system. The RAM holds the software programs for execution and the data used by the processor.</a:t>
            </a:r>
          </a:p>
          <a:p>
            <a:pPr marL="171450" indent="-171450">
              <a:buFont typeface="Arial" panose="020B0604020202020204" pitchFamily="34" charset="0"/>
              <a:buChar char="•"/>
            </a:pPr>
            <a:r>
              <a:rPr lang="en-US" b="1"/>
              <a:t>Read-Only Memory (ROM):</a:t>
            </a:r>
            <a:r>
              <a:rPr lang="en-US" b="1" baseline="0"/>
              <a:t> </a:t>
            </a:r>
            <a:r>
              <a:rPr lang="en-US"/>
              <a:t>A ROM is a type of semiconductor</a:t>
            </a:r>
            <a:r>
              <a:rPr lang="en-US" baseline="0"/>
              <a:t> memory that </a:t>
            </a:r>
            <a:r>
              <a:rPr lang="en-US"/>
              <a:t>contains the boot firmware (that enables a compute system to start), power management firmware, and other device-specific</a:t>
            </a:r>
            <a:r>
              <a:rPr lang="en-US" baseline="0"/>
              <a:t> </a:t>
            </a:r>
            <a:r>
              <a:rPr lang="en-US"/>
              <a:t>firmware.</a:t>
            </a:r>
          </a:p>
          <a:p>
            <a:pPr marL="171450" indent="-171450">
              <a:buFont typeface="Arial" panose="020B0604020202020204" pitchFamily="34" charset="0"/>
              <a:buChar char="•"/>
            </a:pPr>
            <a:r>
              <a:rPr lang="en-US" b="1"/>
              <a:t>Motherboard:</a:t>
            </a:r>
            <a:r>
              <a:rPr lang="en-US" b="1" baseline="0"/>
              <a:t> </a:t>
            </a:r>
            <a:r>
              <a:rPr lang="en-US"/>
              <a:t>A motherboard is a printed circuit board (PCB) to which all compute system components connect. It has sockets to hold components such as the microprocessor chip, RAM, and ROM. It also has network ports, I/O ports to connect devices such as keyboard, mouse, and printers, and essential circuitry to carry out</a:t>
            </a:r>
            <a:r>
              <a:rPr lang="en-US" baseline="0"/>
              <a:t> computing operations</a:t>
            </a:r>
            <a:r>
              <a:rPr lang="en-US"/>
              <a:t>. A motherboard may additionally have integrated components, such as a graphics processing unit (GPU), a network interface card (NIC), and adapters to connect to external storage devices.</a:t>
            </a:r>
          </a:p>
          <a:p>
            <a:pPr marL="171450" indent="-171450">
              <a:buFont typeface="Arial" panose="020B0604020202020204" pitchFamily="34" charset="0"/>
              <a:buChar char="•"/>
            </a:pPr>
            <a:r>
              <a:rPr lang="en-US" b="1"/>
              <a:t>Chipset:</a:t>
            </a:r>
            <a:r>
              <a:rPr lang="en-US" baseline="0"/>
              <a:t> </a:t>
            </a:r>
            <a:r>
              <a:rPr lang="en-US"/>
              <a:t>A chipset is a collection of microchips on a motherboard and it is designed to perform specific functions. The two key chipset types are Northbridge and Southbridge. Northbridge manages processor access to the RAM and the GPU, while Southbridge connects the processor to different peripheral ports, such as USB ports.</a:t>
            </a:r>
          </a:p>
          <a:p>
            <a:pPr algn="r"/>
            <a:r>
              <a:rPr lang="en-US"/>
              <a:t>(Cont'd)</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Physical Layer</a:t>
            </a:r>
          </a:p>
        </p:txBody>
      </p:sp>
    </p:spTree>
    <p:extLst>
      <p:ext uri="{BB962C8B-B14F-4D97-AF65-F5344CB8AC3E}">
        <p14:creationId xmlns:p14="http://schemas.microsoft.com/office/powerpoint/2010/main" val="16148772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Aft>
                <a:spcPct val="0"/>
              </a:spcAft>
              <a:buClrTx/>
              <a:buSzTx/>
              <a:buFontTx/>
              <a:buNone/>
              <a:tabLst/>
              <a:defRPr/>
            </a:pPr>
            <a:r>
              <a:rPr lang="en-US"/>
              <a:t>On a compute system, a cloud provider deploys software such as the self-service portal, the application software and platform software that are offered as services (PaaS and SaaS) to consumers, virtualization software, cloud infrastructure management software, and so on. The provider also enables consumers to deploy their platform software and business applications on the compute systems. The slide provides a list and a brief description of the software that are deployed on compute systems in a cloud environment.</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Physical Layer</a:t>
            </a:r>
          </a:p>
        </p:txBody>
      </p:sp>
    </p:spTree>
    <p:extLst>
      <p:ext uri="{BB962C8B-B14F-4D97-AF65-F5344CB8AC3E}">
        <p14:creationId xmlns:p14="http://schemas.microsoft.com/office/powerpoint/2010/main" val="16148772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pPr marL="0" marR="0" algn="l" defTabSz="914400" rtl="0" eaLnBrk="0" fontAlgn="base" latinLnBrk="0" hangingPunct="0">
              <a:buClrTx/>
              <a:buSzTx/>
              <a:buFontTx/>
              <a:buNone/>
              <a:tabLst/>
              <a:defRPr/>
            </a:pPr>
            <a:r>
              <a:rPr lang="en-US" dirty="0"/>
              <a:t>The compute systems used in building data centers and cloud infrastructure are typically classified into three categories:</a:t>
            </a:r>
            <a:r>
              <a:rPr lang="en-US" baseline="0" dirty="0"/>
              <a:t> </a:t>
            </a:r>
            <a:endParaRPr lang="en-US" dirty="0"/>
          </a:p>
          <a:p>
            <a:pPr marL="171450" indent="-171450">
              <a:buFont typeface="Arial" panose="020B0604020202020204" pitchFamily="34" charset="0"/>
              <a:buChar char="•"/>
            </a:pPr>
            <a:r>
              <a:rPr lang="en-US" dirty="0"/>
              <a:t>Tower compute system</a:t>
            </a:r>
          </a:p>
          <a:p>
            <a:pPr marL="171450" indent="-171450">
              <a:buFont typeface="Arial" panose="020B0604020202020204" pitchFamily="34" charset="0"/>
              <a:buChar char="•"/>
            </a:pPr>
            <a:r>
              <a:rPr lang="en-US" dirty="0"/>
              <a:t>Rack-mounted compute system</a:t>
            </a:r>
          </a:p>
          <a:p>
            <a:pPr marL="171450" indent="-171450">
              <a:buFont typeface="Arial" panose="020B0604020202020204" pitchFamily="34" charset="0"/>
              <a:buChar char="•"/>
            </a:pPr>
            <a:r>
              <a:rPr lang="en-US" dirty="0"/>
              <a:t>Blade compute system</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Physical Layer</a:t>
            </a:r>
          </a:p>
        </p:txBody>
      </p:sp>
    </p:spTree>
    <p:extLst>
      <p:ext uri="{BB962C8B-B14F-4D97-AF65-F5344CB8AC3E}">
        <p14:creationId xmlns:p14="http://schemas.microsoft.com/office/powerpoint/2010/main" val="16148772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A tower compute system, also known as a tower server, is a compute system built in an upright enclosure called a “tower”, which is similar to a desktop cabinet. Tower servers have a robust build, and have integrated power supply and cooling. They typically have individual monitors, keyboards, and mice. Tower servers occupy significant floor space and require complex cabling when deployed in a data center. </a:t>
            </a:r>
            <a:r>
              <a:rPr lang="en-US" b="1" dirty="0"/>
              <a:t>They are also bulky and a group of tower servers generates considerable noise from their cooling units. </a:t>
            </a:r>
            <a:r>
              <a:rPr lang="en-US" dirty="0"/>
              <a:t>Tower servers are typically used in smaller environments. Deploying a large number of tower servers in large environments may involve substantial expenditure.</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Physical Layer</a:t>
            </a:r>
          </a:p>
        </p:txBody>
      </p:sp>
    </p:spTree>
    <p:extLst>
      <p:ext uri="{BB962C8B-B14F-4D97-AF65-F5344CB8AC3E}">
        <p14:creationId xmlns:p14="http://schemas.microsoft.com/office/powerpoint/2010/main" val="30881785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A rack-mounted compute system, also known as a rack server or an industrial server, is a compute system designed to be fixed on a frame called a “rack”. A rack is a standardized enclosure containing multiple mounting slots called “bays”, each of which holds a server in place with the help of screws. A single rack contains multiple servers stacked vertically in bays, thereby simplifying network cabling, consolidating network equipment, and reducing floor space use. Each rack server has its own power supply and cooling unit. A “rack unit” (denoted by U or RU) is a unit of measure of the height of a server designed to be mounted on a rack. One rack unit is 1.75 inches. A rack server is typically 19 inches (482.6 mm) in width and 1.75 inches (44.45 mm) in height. This is called a 1U rack server. Other common sizes of rack servers are 2U and 4U. Some common rack cabinet sizes are 27U, 37U, and 42U.</a:t>
            </a:r>
          </a:p>
          <a:p>
            <a:r>
              <a:rPr lang="en-US" dirty="0"/>
              <a:t>Typically, a console with a video screen, keyboard, and mouse is mounted on a rack to enable administrators to manage the servers in the rack. A keyboard, video, and mouse (KVM) switch connects the servers in the rack to the console and enables the servers to be controlled from the console. An administrator can switch between servers using keyboard commands, mouse commands, or touchscreen selection. Using a KVM switch eliminates the need for a dedicated keyboard, monitor, and mouse for each server and saves space and reduces cable clutter. Some concerns with rack servers are that they are cumbersome to work with, and they generate a lot of heat because of which more cooling is required, which in turn increases power costs.</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Physical Layer</a:t>
            </a:r>
          </a:p>
        </p:txBody>
      </p:sp>
    </p:spTree>
    <p:extLst>
      <p:ext uri="{BB962C8B-B14F-4D97-AF65-F5344CB8AC3E}">
        <p14:creationId xmlns:p14="http://schemas.microsoft.com/office/powerpoint/2010/main" val="30881785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A blade compute system, also known as a blade server, is an electronic circuit board containing only core processing components, such as processor(s), memory, integrated network controllers, storage drive, and essential I/O cards and ports. Each blade server is a self-contained compute system and is typically dedicated to a single application. A blade server is housed in a slot inside a blade enclosure (or chassis), which holds multiple blades and provides integrated power supply, cooling, networking, and management functions. The blade enclosure enables interconnection of the blades through a high speed bus and also provides connectivity to external storage systems.</a:t>
            </a:r>
          </a:p>
          <a:p>
            <a:pPr marL="0" marR="0" indent="0" algn="l" defTabSz="457200" rtl="0" eaLnBrk="1" fontAlgn="auto" latinLnBrk="0" hangingPunct="1">
              <a:lnSpc>
                <a:spcPct val="100000"/>
              </a:lnSpc>
              <a:spcBef>
                <a:spcPts val="1200"/>
              </a:spcBef>
              <a:spcAft>
                <a:spcPts val="0"/>
              </a:spcAft>
              <a:buClrTx/>
              <a:buSzTx/>
              <a:buFontTx/>
              <a:buNone/>
              <a:tabLst/>
              <a:defRPr/>
            </a:pPr>
            <a:r>
              <a:rPr lang="en-US" dirty="0"/>
              <a:t>The modular design of blade servers makes them smaller, which minimizes floor space requirements, increases compute system density and scalability, and provides better energy efficiency as compared to tower and rack </a:t>
            </a:r>
            <a:r>
              <a:rPr lang="en-US" dirty="0" err="1" smtClean="0"/>
              <a:t>sIt</a:t>
            </a:r>
            <a:r>
              <a:rPr lang="en-US" dirty="0" smtClean="0"/>
              <a:t> also reduces the complexity of the compute infrastructure and simplifies compute infrastructure management. It provides these benefits without compromising on any capability that a non-blade compute system provides. Some concerns with blade servers include the high cost of a blade system (blade servers and chassis), and the proprietary architecture of most blade systems due to which a blade server can typically be plugged only into a chassis from the same vendor.</a:t>
            </a:r>
          </a:p>
          <a:p>
            <a:r>
              <a:rPr lang="en-US" dirty="0" err="1" smtClean="0"/>
              <a:t>ervers</a:t>
            </a:r>
            <a:r>
              <a:rPr lang="en-US" dirty="0"/>
              <a:t>. </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Physical Layer</a:t>
            </a:r>
          </a:p>
        </p:txBody>
      </p:sp>
    </p:spTree>
    <p:extLst>
      <p:ext uri="{BB962C8B-B14F-4D97-AF65-F5344CB8AC3E}">
        <p14:creationId xmlns:p14="http://schemas.microsoft.com/office/powerpoint/2010/main" val="30881785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a:t>This lesson covered the key software that are deployed on a compute system in a cloud environment. This lesson also covered the key components of a compute system, such as the processor, RAM, ROM, motherboard, and the chipset. Finally, this lesson covered the three common types of physical compute systems—tower, rack-mounted, and blade—that are used in building a cloud infrastructure.</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Physical Layer</a:t>
            </a:r>
          </a:p>
        </p:txBody>
      </p:sp>
    </p:spTree>
    <p:extLst>
      <p:ext uri="{BB962C8B-B14F-4D97-AF65-F5344CB8AC3E}">
        <p14:creationId xmlns:p14="http://schemas.microsoft.com/office/powerpoint/2010/main" val="12715913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This lesson covers the common types of persistent storage devices. This lesson also covers Redundant Array of Independent Disks (RAID) and its use in data protection and storage performance improvement. Further, this lesson also covers the different types of storage system architectures, namely block-based, file-based, object-based, and unified storage systems.</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Physical Layer</a:t>
            </a:r>
          </a:p>
        </p:txBody>
      </p:sp>
    </p:spTree>
    <p:extLst>
      <p:ext uri="{BB962C8B-B14F-4D97-AF65-F5344CB8AC3E}">
        <p14:creationId xmlns:p14="http://schemas.microsoft.com/office/powerpoint/2010/main" val="12775455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sz="1000" kern="1200">
                <a:solidFill>
                  <a:schemeClr val="tx1"/>
                </a:solidFill>
                <a:effectLst/>
              </a:rPr>
              <a:t>Data created by individuals, businesses,</a:t>
            </a:r>
            <a:r>
              <a:rPr lang="en-US" sz="1000" kern="1200" baseline="0">
                <a:solidFill>
                  <a:schemeClr val="tx1"/>
                </a:solidFill>
                <a:effectLst/>
              </a:rPr>
              <a:t> and applications</a:t>
            </a:r>
            <a:r>
              <a:rPr lang="en-US" sz="1000" kern="1200">
                <a:solidFill>
                  <a:schemeClr val="tx1"/>
                </a:solidFill>
                <a:effectLst/>
              </a:rPr>
              <a:t> need to be persistently stored so</a:t>
            </a:r>
            <a:r>
              <a:rPr lang="en-US" sz="1000" kern="1200" baseline="0">
                <a:solidFill>
                  <a:schemeClr val="tx1"/>
                </a:solidFill>
                <a:effectLst/>
              </a:rPr>
              <a:t> that it can be </a:t>
            </a:r>
            <a:r>
              <a:rPr lang="en-US" sz="1000" kern="1200">
                <a:solidFill>
                  <a:schemeClr val="tx1"/>
                </a:solidFill>
                <a:effectLst/>
              </a:rPr>
              <a:t>retrieved when required for processing or analysis. </a:t>
            </a:r>
            <a:r>
              <a:rPr lang="en-US"/>
              <a:t>A storage system is the repository for saving and retrieving electronic data and is integral to any cloud infrastructure. A storage system has d</a:t>
            </a:r>
            <a:r>
              <a:rPr lang="en-US" sz="1000" kern="1200">
                <a:solidFill>
                  <a:schemeClr val="tx1"/>
                </a:solidFill>
                <a:effectLst/>
              </a:rPr>
              <a:t>evices, called storage devices (or storage) that enable the persistent storage and the retrieval of data</a:t>
            </a:r>
            <a:r>
              <a:rPr lang="en-US" sz="1000" i="0" kern="1200">
                <a:solidFill>
                  <a:schemeClr val="tx1"/>
                </a:solidFill>
                <a:effectLst/>
              </a:rPr>
              <a:t>. </a:t>
            </a:r>
            <a:r>
              <a:rPr lang="en-US"/>
              <a:t>Storage capacity is typically offered</a:t>
            </a:r>
            <a:r>
              <a:rPr lang="en-US" baseline="0"/>
              <a:t> to consumers along with compute systems. </a:t>
            </a:r>
            <a:r>
              <a:rPr lang="en-US" sz="1000" i="0" kern="1200">
                <a:solidFill>
                  <a:schemeClr val="tx1"/>
                </a:solidFill>
                <a:effectLst/>
              </a:rPr>
              <a:t>Apart from providing storage along with compute systems</a:t>
            </a:r>
            <a:r>
              <a:rPr lang="en-US" sz="1000" i="0" kern="1200" baseline="0">
                <a:solidFill>
                  <a:schemeClr val="tx1"/>
                </a:solidFill>
                <a:effectLst/>
              </a:rPr>
              <a:t>, </a:t>
            </a:r>
            <a:r>
              <a:rPr lang="en-US" i="0"/>
              <a:t>a provider may also offer storage capacity as a service (Storage</a:t>
            </a:r>
            <a:r>
              <a:rPr lang="en-US" i="0" baseline="0"/>
              <a:t> as a Service)</a:t>
            </a:r>
            <a:r>
              <a:rPr lang="en-US" i="0"/>
              <a:t>, which enables consumers to store their data on the provider’s storage systems in the cloud. This enables the consumers to leverage cloud storage resources for purposes such</a:t>
            </a:r>
            <a:r>
              <a:rPr lang="en-US" i="0" baseline="0"/>
              <a:t> as </a:t>
            </a:r>
            <a:r>
              <a:rPr lang="en-US"/>
              <a:t>data backup and long-term data retention</a:t>
            </a:r>
            <a:r>
              <a:rPr lang="en-US" i="0"/>
              <a:t>.</a:t>
            </a:r>
          </a:p>
          <a:p>
            <a:r>
              <a:rPr lang="en-US"/>
              <a:t>A cloud storage infrastructure is typically created by logically aggregating and pooling the storage resources from one or more data centers to provide virtual storage resources. Cloud storage provides massive scalability and rapid elasticity of storage resources. The cloud storage infrastructure is typically shared by multiple tenants or consumers which improves the utilization of storage resources.</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Physical Layer</a:t>
            </a:r>
          </a:p>
        </p:txBody>
      </p:sp>
    </p:spTree>
    <p:extLst>
      <p:ext uri="{BB962C8B-B14F-4D97-AF65-F5344CB8AC3E}">
        <p14:creationId xmlns:p14="http://schemas.microsoft.com/office/powerpoint/2010/main" val="24533351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pPr>
              <a:spcBef>
                <a:spcPts val="600"/>
              </a:spcBef>
            </a:pPr>
            <a:r>
              <a:rPr lang="en-US"/>
              <a:t>A magnetic disk is a circular storage medium made of non-magnetic material (typically an alloy) and coated with a ferromagnetic material. Data is stored on both surfaces (top and bottom) of a magnetic disk by polarizing a portion of the disk surface. A disk drive is a device that comprises multiple rotating magnetic disks, called platters, stacked vertically inside a metal or plastic casing. Each platter has a rapidly moving arm to read from and write data to the disk. Disk drives are currently the most popular storage medium for storing and accessing data for performance-intensive applications. Disks support rapid access to random data locations and data can be written or retrieved quickly for a number of simultaneous users or applications. Disk drives use pre-defined protocols, such as Advanced Technology Attachment (ATA), Serial ATA (SATA), Small Computer System Interface (SCSI), Serial Attached SCSI (SAS), and Fibre Channel (FC). These protocols reside on the disk interface controllers that are typically integrated with the disk drives. Each protocol has its unique performance, cost, and capacity characteristics. </a:t>
            </a:r>
          </a:p>
          <a:p>
            <a:pPr>
              <a:spcBef>
                <a:spcPts val="600"/>
              </a:spcBef>
            </a:pPr>
            <a:r>
              <a:rPr lang="en-US" kern="1200">
                <a:solidFill>
                  <a:schemeClr val="tx1"/>
                </a:solidFill>
                <a:effectLst/>
              </a:rPr>
              <a:t>A solid-state drive (SSD) uses semiconductor-based memory, such as NAND and NOR chips, to store and retrieve data. SSDs, also known as “flash drives”, deliver the ultra-high performance required by performance-sensitive applications. These devices, unlike conventional mechanical disk drives, contain no moving parts and therefore do not exhibit the latencies associated with read/write head movement and disk rotation. Compared to other available storage devices, SSDs deliver a relatively high number of input/output operations per second (IOPS) with very low response times. They also consume less power and typically have a longer lifetime as compared to mechanical drives. However, flash drives do have the highest cost per gigabyte ($/GB) ratio.</a:t>
            </a:r>
            <a:endParaRPr lang="en-US"/>
          </a:p>
          <a:p>
            <a:pPr algn="r">
              <a:spcBef>
                <a:spcPts val="600"/>
              </a:spcBef>
            </a:pPr>
            <a:r>
              <a:rPr lang="en-US"/>
              <a:t>(Cont’d)</a:t>
            </a:r>
          </a:p>
          <a:p>
            <a:pPr>
              <a:spcBef>
                <a:spcPts val="600"/>
              </a:spcBef>
            </a:pPr>
            <a:r>
              <a:rPr lang="en-US"/>
              <a:t> </a:t>
            </a:r>
            <a:endParaRPr lang="en-US" i="1"/>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Physical Layer</a:t>
            </a:r>
          </a:p>
        </p:txBody>
      </p:sp>
    </p:spTree>
    <p:extLst>
      <p:ext uri="{BB962C8B-B14F-4D97-AF65-F5344CB8AC3E}">
        <p14:creationId xmlns:p14="http://schemas.microsoft.com/office/powerpoint/2010/main" val="16148772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457200" y="467544"/>
            <a:ext cx="5943600" cy="8379026"/>
          </a:xfrm>
        </p:spPr>
        <p:txBody>
          <a:bodyPr/>
          <a:lstStyle/>
          <a:p>
            <a:r>
              <a:rPr lang="en-US"/>
              <a:t>A magnetic tape is a thin, long strip of plastic film that is coated with a magnetizable material, such as barium ferrite. The tape is packed in plastic cassettes and cartridges. A tape drive is the device to record and retrieve data on a magnetic tape. Tape drives provide linear sequential read/write data access. A tape drive may be standalone or part of a tape library. A tape library contains one or more tape drives and a storage area where a number of tape cartridges are held in slots. Tape is a popular medium for long-term storage due to its relative low cost and portability. Tape drives are typically used by organizations to store large amounts of data, typically for backup, offsite archiving, and disaster recovery. The low access speed due to the sequential access mechanism, the lack of simultaneous access by multiple applications, and the degradation of the tape surface due to the continuous contact with the read/write head are some key limitations of tape.</a:t>
            </a:r>
          </a:p>
          <a:p>
            <a:r>
              <a:rPr lang="en-US"/>
              <a:t>An optical disc is a flat, circular storage medium made of polycarbonate with one surface having a special, reflective coating (such as aluminum). An optical disc drive uses a writing laser to record data on the disc in the form of microscopic light and dark dots. A reading laser reads the dots, and generates electrical signals representing the data. The common optical disc types are compact disc (CD), digital versatile disc (DVD), and Blu-ray disc (BD). These discs may be recordable or re-writable. Recordable or read-only memory (ROM) discs have Write Once and Read Many (WORM) capability and are typically used as a distribution medium for applications or as a means to transfer small amounts of data from one system to another. The limited capacity and speed of optical discs constrain their use as a general-purpose enterprise data storage solution. However, high-capacity optical discs are sometimes used as a storage solution for fixed-content and archival data. Also, some providers</a:t>
            </a:r>
            <a:r>
              <a:rPr lang="en-US" baseline="0"/>
              <a:t> of Storage as a Service offer a facility wherein they </a:t>
            </a:r>
            <a:r>
              <a:rPr lang="en-US" sz="1000" b="0" i="0" kern="1200">
                <a:effectLst/>
              </a:rPr>
              <a:t>copy backup files on encrypted optical discs, </a:t>
            </a:r>
            <a:r>
              <a:rPr lang="en-US" sz="1000" b="0" i="0" kern="1200" baseline="0">
                <a:effectLst/>
              </a:rPr>
              <a:t>if required,</a:t>
            </a:r>
            <a:r>
              <a:rPr lang="en-US" sz="1000" b="0" i="0" kern="1200">
                <a:effectLst/>
              </a:rPr>
              <a:t> and ship them to the consumers.</a:t>
            </a:r>
            <a:endParaRPr lang="en-US" i="1"/>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Physical Layer</a:t>
            </a:r>
          </a:p>
        </p:txBody>
      </p:sp>
    </p:spTree>
    <p:extLst>
      <p:ext uri="{BB962C8B-B14F-4D97-AF65-F5344CB8AC3E}">
        <p14:creationId xmlns:p14="http://schemas.microsoft.com/office/powerpoint/2010/main" val="16148772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Redundant Array of Independent Disks (RAID) is a storage technology in which multiple disk drives are combined into a logical unit called a RAID group and data is written in blocks across the disks in the RAID group. RAID protects against data loss when a drive fails, through the use of redundant drives and parity. RAID also helps in improving the storage system performance as read and write operations are served simultaneously from multiple disk drives. For example, if the RAID group has four disk drives, data is written across all four of them simultaneously, which provides four times better write performance as compared to using a single drive. Similarly, during read operation, the data is retrieved simultaneously from each drive. </a:t>
            </a:r>
          </a:p>
          <a:p>
            <a:r>
              <a:rPr lang="en-US" dirty="0"/>
              <a:t>RAID is typically implemented by using a specialized hardware controller present either on the host or on the array. The key functions of a RAID controller are management and control of drive aggregations, translation of I/O requests between logical and physical drives, and data regeneration in the event of drive failures.</a:t>
            </a:r>
          </a:p>
          <a:p>
            <a:r>
              <a:rPr lang="en-US" dirty="0"/>
              <a:t>The three different RAID techniques that form the basis for defining various RAID levels are striping, mirroring, and parity. These techniques determine the data availability and performance of a RAID group as well as the relative cost of deploying the storage solution. A cloud provider must select the appropriate RAID levels to meet the requirements of cloud service delivery.</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Physical Layer</a:t>
            </a:r>
          </a:p>
        </p:txBody>
      </p:sp>
    </p:spTree>
    <p:extLst>
      <p:ext uri="{BB962C8B-B14F-4D97-AF65-F5344CB8AC3E}">
        <p14:creationId xmlns:p14="http://schemas.microsoft.com/office/powerpoint/2010/main" val="16148772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Striping is a technique to </a:t>
            </a:r>
            <a:r>
              <a:rPr lang="en-US" b="1" dirty="0"/>
              <a:t>spread data across multiple drives </a:t>
            </a:r>
            <a:r>
              <a:rPr lang="en-US" dirty="0"/>
              <a:t>in order to use the drives in parallel and increase performance as compared to the use of a single drive. Each drive in a RAID group has a predefined number of </a:t>
            </a:r>
            <a:r>
              <a:rPr lang="en-US" b="1" dirty="0"/>
              <a:t>contiguously addressable blocks </a:t>
            </a:r>
            <a:r>
              <a:rPr lang="en-US" dirty="0"/>
              <a:t>(the smallest individually addressable unit of storage) called a “</a:t>
            </a:r>
            <a:r>
              <a:rPr lang="en-US" b="1" dirty="0"/>
              <a:t>strip</a:t>
            </a:r>
            <a:r>
              <a:rPr lang="en-US" dirty="0"/>
              <a:t>”. A set of aligned strips that span across all the drives within the RAID group is called a “stripe”. All strips in a stripe have the same number of blocks. Although striped RAID provides improved read-write performance, it does not provide any data protection in case of disk failure.</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Physical Layer</a:t>
            </a:r>
          </a:p>
        </p:txBody>
      </p:sp>
    </p:spTree>
    <p:extLst>
      <p:ext uri="{BB962C8B-B14F-4D97-AF65-F5344CB8AC3E}">
        <p14:creationId xmlns:p14="http://schemas.microsoft.com/office/powerpoint/2010/main" val="16148772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Mirroring is a technique in which the </a:t>
            </a:r>
            <a:r>
              <a:rPr lang="en-US" b="1" dirty="0"/>
              <a:t>same data is stored simultaneously on two different drives</a:t>
            </a:r>
            <a:r>
              <a:rPr lang="en-US" dirty="0"/>
              <a:t>, resulting in </a:t>
            </a:r>
            <a:r>
              <a:rPr lang="en-US" b="1" dirty="0"/>
              <a:t>two copies </a:t>
            </a:r>
            <a:r>
              <a:rPr lang="en-US" dirty="0"/>
              <a:t>of the data. This is called a “</a:t>
            </a:r>
            <a:r>
              <a:rPr lang="en-US" b="1" dirty="0"/>
              <a:t>mirrored pair</a:t>
            </a:r>
            <a:r>
              <a:rPr lang="en-US" dirty="0"/>
              <a:t>”. Even if one drive fails, the data is still intact on the surviving drive and the RAID controller continues to service data requests using the surviving drive of the mirrored pair. When the failed disk is replaced with a new disk, the controller copies the data from the surviving disk of the mirrored pair to the new disk. This activity is transparent to the host. In addition to providing data redundancy, mirroring enables fast recovery from disk failure</a:t>
            </a:r>
            <a:r>
              <a:rPr lang="en-US" b="1" dirty="0"/>
              <a:t>. Since mirroring involves duplication of data, the amount of storage capacity needed is twice the amount of data being stored</a:t>
            </a:r>
            <a:r>
              <a:rPr lang="en-US" dirty="0"/>
              <a:t>. This increases costs because of which mirroring is typically preferred for mission-critical applications that cannot afford the risk of any data loss. Mirroring improves read performance because read requests can be serviced by both disks. However, compared to a single disk and striping, write performance is slightly lower in mirroring because each write request manifests as two writes on the disk drives.</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Physical Layer</a:t>
            </a:r>
          </a:p>
        </p:txBody>
      </p:sp>
    </p:spTree>
    <p:extLst>
      <p:ext uri="{BB962C8B-B14F-4D97-AF65-F5344CB8AC3E}">
        <p14:creationId xmlns:p14="http://schemas.microsoft.com/office/powerpoint/2010/main" val="16148772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dirty="0"/>
              <a:t>Parity is a value derived by performing a mathematical operation on individual strips </a:t>
            </a:r>
            <a:r>
              <a:rPr lang="en-US" b="1" dirty="0">
                <a:solidFill>
                  <a:srgbClr val="C00000"/>
                </a:solidFill>
              </a:rPr>
              <a:t>of data and stored on a portion of a RAID group. </a:t>
            </a:r>
            <a:r>
              <a:rPr lang="en-US" dirty="0"/>
              <a:t>It enables the recreation of missing data in case of a drive failure. Parity is a redundancy technique that ensures data protection without maintaining a full set of duplicate data. The RAID controller calculates the parity using techniques such as “</a:t>
            </a:r>
            <a:r>
              <a:rPr lang="en-US" b="1" dirty="0">
                <a:solidFill>
                  <a:srgbClr val="FF0000"/>
                </a:solidFill>
              </a:rPr>
              <a:t>bitwise exclusive or” (XOR</a:t>
            </a:r>
            <a:r>
              <a:rPr lang="en-US" b="1" dirty="0"/>
              <a:t>). </a:t>
            </a:r>
            <a:r>
              <a:rPr lang="en-US" dirty="0"/>
              <a:t>Parity information can be stored on separate, dedicated disk drives or distributed across the drives in a RAID group. Compared to mirroring, parity implementation considerably reduces the cost associated with data protection. However, a limitation of parity implementation is that parity is recalculated every time there is a change in data, which may affect the performance of the RAID array.</a:t>
            </a:r>
          </a:p>
          <a:p>
            <a:r>
              <a:rPr lang="en-US" dirty="0"/>
              <a:t>In the figure on the slide, the first four disks, labeled D1 to D4, contain data. The data elements are 4, 6, 1, and 7. The fifth disk, labeled P, stores the parity information i.e. 18, which is the sum of the data elements. If one of the drives fails, the missing value can be calculated by subtracting the sum of the remaining elements from the parity value.</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Physical Layer</a:t>
            </a:r>
          </a:p>
        </p:txBody>
      </p:sp>
    </p:spTree>
    <p:extLst>
      <p:ext uri="{BB962C8B-B14F-4D97-AF65-F5344CB8AC3E}">
        <p14:creationId xmlns:p14="http://schemas.microsoft.com/office/powerpoint/2010/main" val="16148772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Aft>
                <a:spcPct val="0"/>
              </a:spcAft>
              <a:buClrTx/>
              <a:buSzTx/>
              <a:buFontTx/>
              <a:buNone/>
              <a:tabLst/>
              <a:defRPr/>
            </a:pPr>
            <a:r>
              <a:rPr lang="en-US"/>
              <a:t>RAID levels are implementations of the striping, mirroring, and parity techniques. Some RAID levels use a single technique, while others use a combination of the techniques. The commonly used RAID levels are RAID 0 – that uses striping, RAID 1 – that uses mirroring, RAID 1+0 – which is a combination of RAID 1 and RAID 0, and RAID 3, 5, and 6 – that use a combination of striping and parity.</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Physical Layer</a:t>
            </a:r>
          </a:p>
        </p:txBody>
      </p:sp>
    </p:spTree>
    <p:extLst>
      <p:ext uri="{BB962C8B-B14F-4D97-AF65-F5344CB8AC3E}">
        <p14:creationId xmlns:p14="http://schemas.microsoft.com/office/powerpoint/2010/main" val="16148772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a:t>Data can be accessed from a compute system (or a compute cluster) through block-level, file-level, or object-level schemes. External storage systems can be connected to the compute system directly or over a network. An application on the compute system stores and accesses data using the underlying infrastructure comprising an OS, a file system, network connectivity, and storage. In general, an application requests data by specifying the file name and the location. The file system maps the file attributes to the logical block address (LBA) of the data and sends it to the storage system. The LBA simplifies addressing by using a linear address to access the block of data. The storage system converts the LBA to a physical address called the cylinder-head-sector (CHS) address and fetches the data. </a:t>
            </a:r>
          </a:p>
          <a:p>
            <a:r>
              <a:rPr lang="en-US"/>
              <a:t>In </a:t>
            </a:r>
            <a:r>
              <a:rPr lang="en-US" i="1"/>
              <a:t>block-level access</a:t>
            </a:r>
            <a:r>
              <a:rPr lang="en-US"/>
              <a:t>, a storage volume (a logical unit of storage composed of multiple blocks, typically created from a RAID set) is created and assigned to the compute system to house created file systems. In this case, an application data request is sent to the file system and converted into a block-level (logical block address) request. This block level request is sent over the network to the storage system. The storage system then converts the logical block address to a CHS address and fetches the data in block-sized units.</a:t>
            </a:r>
            <a:r>
              <a:rPr lang="en-US" baseline="0"/>
              <a:t> </a:t>
            </a:r>
          </a:p>
          <a:p>
            <a:r>
              <a:rPr lang="en-US"/>
              <a:t>In </a:t>
            </a:r>
            <a:r>
              <a:rPr lang="en-US" i="1"/>
              <a:t>file-level access</a:t>
            </a:r>
            <a:r>
              <a:rPr lang="en-US"/>
              <a:t>, the file system is created on a separate file server, which is connected to storage. A file-level request from the application is sent over the network to the file server hosting the file system. The file system then converts the file-level request into block-level addressing and sends the request to the storage to access the data.</a:t>
            </a:r>
          </a:p>
          <a:p>
            <a:pPr marL="0" marR="0" algn="l" defTabSz="457200" rtl="0" eaLnBrk="1" fontAlgn="auto" latinLnBrk="0" hangingPunct="1">
              <a:spcBef>
                <a:spcPts val="1200"/>
              </a:spcBef>
              <a:buClrTx/>
              <a:buSzTx/>
              <a:buFontTx/>
              <a:buNone/>
              <a:tabLst/>
              <a:defRPr/>
            </a:pPr>
            <a:r>
              <a:rPr lang="en-US"/>
              <a:t>In </a:t>
            </a:r>
            <a:r>
              <a:rPr lang="en-US" i="1"/>
              <a:t>object-level access</a:t>
            </a:r>
            <a:r>
              <a:rPr lang="en-US"/>
              <a:t>, data is accessed over the network in terms of self-contained objects, each having a unique object identifier. In this case, the application request is sent to the file system. The file system communicates to the object-based storage device (OSD) interface, which in turn sends the object-level request by using the unique object ID over the network to the storage system. The storage system has an OSD storage component that is responsible for managing the access to the object on the storage system. The OSD storage component converts the object-level request into block-level addressing and sends it to the storage to access the data.</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Physical Layer</a:t>
            </a:r>
          </a:p>
        </p:txBody>
      </p:sp>
    </p:spTree>
    <p:extLst>
      <p:ext uri="{BB962C8B-B14F-4D97-AF65-F5344CB8AC3E}">
        <p14:creationId xmlns:p14="http://schemas.microsoft.com/office/powerpoint/2010/main" val="24826163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1200"/>
              </a:spcBef>
              <a:spcAft>
                <a:spcPts val="0"/>
              </a:spcAft>
              <a:buClrTx/>
              <a:buSzTx/>
              <a:buFontTx/>
              <a:buNone/>
              <a:tabLst/>
              <a:defRPr/>
            </a:pPr>
            <a:r>
              <a:rPr lang="en-US"/>
              <a:t>Storage system architecture is a critical design consideration for building cloud infrastructure. A cloud provider must choose</a:t>
            </a:r>
            <a:r>
              <a:rPr lang="en-US" baseline="0"/>
              <a:t> the appropriate storage, and ensure adequate capacity to maintain </a:t>
            </a:r>
            <a:r>
              <a:rPr lang="en-US"/>
              <a:t>the overall performance of the environment.</a:t>
            </a:r>
            <a:r>
              <a:rPr lang="en-US" baseline="0"/>
              <a:t> </a:t>
            </a:r>
            <a:r>
              <a:rPr lang="en-US"/>
              <a:t>Storage system architectures are based on the data access methods. The common variants are block-based, file-based, object-based, and unified storage systems. A unified storage system architecture uses all the three data access methods. A cloud provider may deploy one or more types of these storage systems to meet the requirements of different applications.</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Physical Layer</a:t>
            </a:r>
          </a:p>
        </p:txBody>
      </p:sp>
    </p:spTree>
    <p:extLst>
      <p:ext uri="{BB962C8B-B14F-4D97-AF65-F5344CB8AC3E}">
        <p14:creationId xmlns:p14="http://schemas.microsoft.com/office/powerpoint/2010/main" val="12695872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a:t>A block-based storage system enables the creation and assignment of storage volumes to compute systems. The compute OS (or hypervisor) discovers these storage volumes as local drives. A file system can be created on these storage volumes, for example NTFS in a Windows environment, which can then be formatted and used by applications.</a:t>
            </a:r>
          </a:p>
          <a:p>
            <a:r>
              <a:rPr lang="en-US"/>
              <a:t>A block-based storage system typically comprises four key components:  </a:t>
            </a:r>
          </a:p>
          <a:p>
            <a:pPr indent="-171450">
              <a:buFont typeface="Arial" panose="020B0604020202020204" pitchFamily="34" charset="0"/>
              <a:buChar char="•"/>
            </a:pPr>
            <a:r>
              <a:rPr lang="en-US"/>
              <a:t>Front-end Controller(s)</a:t>
            </a:r>
          </a:p>
          <a:p>
            <a:pPr indent="-171450">
              <a:buFont typeface="Arial" panose="020B0604020202020204" pitchFamily="34" charset="0"/>
              <a:buChar char="•"/>
            </a:pPr>
            <a:r>
              <a:rPr lang="en-US"/>
              <a:t>Cache Memory</a:t>
            </a:r>
          </a:p>
          <a:p>
            <a:pPr indent="-171450">
              <a:buFont typeface="Arial" panose="020B0604020202020204" pitchFamily="34" charset="0"/>
              <a:buChar char="•"/>
            </a:pPr>
            <a:r>
              <a:rPr lang="en-US"/>
              <a:t>Back-end Controller(s)</a:t>
            </a:r>
          </a:p>
          <a:p>
            <a:pPr indent="-171450">
              <a:buFont typeface="Arial" panose="020B0604020202020204" pitchFamily="34" charset="0"/>
              <a:buChar char="•"/>
            </a:pPr>
            <a:r>
              <a:rPr lang="en-US"/>
              <a:t>Physical disks</a:t>
            </a:r>
          </a:p>
          <a:p>
            <a:pPr indent="0">
              <a:buFont typeface="Arial" panose="020B0604020202020204" pitchFamily="34" charset="0"/>
              <a:buNone/>
            </a:pPr>
            <a:r>
              <a:rPr lang="en-US"/>
              <a:t>The </a:t>
            </a:r>
            <a:r>
              <a:rPr lang="en-US" i="1"/>
              <a:t>front-end controller </a:t>
            </a:r>
            <a:r>
              <a:rPr lang="en-US"/>
              <a:t>provides the interface between the storage system and the compute systems. Typically, there are redundant controllers in the front-end for high availability, and each controller contains multiple ports. Each front-end controller has processing logic that executes the appropriate transport protocol, such as Fibre Channel, iSCSI, or </a:t>
            </a:r>
            <a:r>
              <a:rPr lang="en-US" err="1"/>
              <a:t>FCoE</a:t>
            </a:r>
            <a:r>
              <a:rPr lang="en-US"/>
              <a:t> (discussed later in this module) for storage connections. Front-end controllers route data to and from a cache memory via an internal data bus.</a:t>
            </a:r>
          </a:p>
          <a:p>
            <a:pPr indent="0">
              <a:buFont typeface="Arial" panose="020B0604020202020204" pitchFamily="34" charset="0"/>
              <a:buNone/>
            </a:pPr>
            <a:r>
              <a:rPr lang="en-US"/>
              <a:t>The </a:t>
            </a:r>
            <a:r>
              <a:rPr lang="en-US" i="1"/>
              <a:t>cache</a:t>
            </a:r>
            <a:r>
              <a:rPr lang="en-US"/>
              <a:t> is a semiconductor memory where data is placed temporarily to reduce the time required to service I/O requests from the compute system. The cache improves storage system performance by isolating compute systems from the mechanical delays associated with disk drives. Accessing data from the cache typically takes less than a millisecond.</a:t>
            </a:r>
          </a:p>
          <a:p>
            <a:pPr indent="0" algn="r">
              <a:buFont typeface="Arial" panose="020B0604020202020204" pitchFamily="34" charset="0"/>
              <a:buNone/>
            </a:pPr>
            <a:r>
              <a:rPr lang="en-US"/>
              <a:t>(Cont’d)</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Physical Layer</a:t>
            </a:r>
          </a:p>
        </p:txBody>
      </p:sp>
    </p:spTree>
    <p:extLst>
      <p:ext uri="{BB962C8B-B14F-4D97-AF65-F5344CB8AC3E}">
        <p14:creationId xmlns:p14="http://schemas.microsoft.com/office/powerpoint/2010/main" val="12695872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457200" y="467544"/>
            <a:ext cx="5943600" cy="8379026"/>
          </a:xfrm>
        </p:spPr>
        <p:txBody>
          <a:bodyPr/>
          <a:lstStyle/>
          <a:p>
            <a:r>
              <a:rPr lang="en-US"/>
              <a:t>When a compute system issues a read request, and the data is found in the cache, it is called a </a:t>
            </a:r>
            <a:r>
              <a:rPr lang="en-US" i="1"/>
              <a:t>cache hit</a:t>
            </a:r>
            <a:r>
              <a:rPr lang="en-US"/>
              <a:t>, and the data is sent directly to the compute system. If the requested data is not found in the cache, it is called a </a:t>
            </a:r>
            <a:r>
              <a:rPr lang="en-US" i="1"/>
              <a:t>cache miss </a:t>
            </a:r>
            <a:r>
              <a:rPr lang="en-US"/>
              <a:t>and the data must be read from the drive. A write operation with the cache is implemented in two ways: write-back approach and write-through approach. In the </a:t>
            </a:r>
            <a:r>
              <a:rPr lang="en-US" i="1"/>
              <a:t>write-back </a:t>
            </a:r>
            <a:r>
              <a:rPr lang="en-US"/>
              <a:t>approach, data of several write operations are placed in the cache and an acknowledgment for each write is sent to the compute system immediately. Later, the data in the cache is written to the disk. In the </a:t>
            </a:r>
            <a:r>
              <a:rPr lang="en-US" i="1"/>
              <a:t>write-through </a:t>
            </a:r>
            <a:r>
              <a:rPr lang="en-US"/>
              <a:t>approach, data is placed in the cache and immediately written to the disk, and an acknowledgment is sent to the compute system.</a:t>
            </a:r>
          </a:p>
          <a:p>
            <a:pPr marL="0">
              <a:buFont typeface="Arial" panose="020B0604020202020204" pitchFamily="34" charset="0"/>
              <a:buNone/>
            </a:pPr>
            <a:r>
              <a:rPr lang="en-US"/>
              <a:t>The </a:t>
            </a:r>
            <a:r>
              <a:rPr lang="en-US" i="1"/>
              <a:t>back-end controller </a:t>
            </a:r>
            <a:r>
              <a:rPr lang="en-US"/>
              <a:t>provides an interface between the cache and the physical disks. The data from the cache is sent to the back-end and then routed to the destination disks.</a:t>
            </a:r>
          </a:p>
          <a:p>
            <a:pPr marL="0">
              <a:buFont typeface="Arial" panose="020B0604020202020204" pitchFamily="34" charset="0"/>
              <a:buNone/>
            </a:pPr>
            <a:r>
              <a:rPr lang="en-US"/>
              <a:t>Physical disks are connected to ports on the back-end. In some implementations the front-end, the cache, and the back-end are integrated on a single board referred to as a storage processor or storage controller.</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Physical Layer</a:t>
            </a:r>
          </a:p>
        </p:txBody>
      </p:sp>
    </p:spTree>
    <p:extLst>
      <p:ext uri="{BB962C8B-B14F-4D97-AF65-F5344CB8AC3E}">
        <p14:creationId xmlns:p14="http://schemas.microsoft.com/office/powerpoint/2010/main" val="12695872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a:t>A file-based storage system, also known as Network-Attached Storage (NAS), is a dedicated, high-performance file server having either integrated storage or connected to external storage. NAS enables clients to share files over an IP network. NAS supports NFS and CIFS protocols to give both UNIX and Windows clients the ability to share the same files using appropriate access and locking mechanisms. NAS systems have integrated hardware and software components, including a processor, memory, NICs, ports to connect and manage physical disk resources, an OS optimized for file serving, and file sharing protocols. A NAS system consolidates distributed data into a large, centralized data pool accessible to, and shared by, heterogeneous clients and application servers across the network. Consolidating data from numerous and dispersed general purpose servers onto NAS results in more efficient management and improved storage utilization. Consolidation also offers lower operating and maintenance costs.</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Physical Layer</a:t>
            </a:r>
          </a:p>
        </p:txBody>
      </p:sp>
    </p:spTree>
    <p:extLst>
      <p:ext uri="{BB962C8B-B14F-4D97-AF65-F5344CB8AC3E}">
        <p14:creationId xmlns:p14="http://schemas.microsoft.com/office/powerpoint/2010/main" val="12695872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a:t>There are two common NAS deployment options: traditional NAS systems (scale-up NAS) and scale-out NAS systems. </a:t>
            </a:r>
          </a:p>
          <a:p>
            <a:r>
              <a:rPr lang="en-US"/>
              <a:t>A traditional NAS solution provides the capability to scale the capacity and performance of a single NAS system. Scaling up a NAS system involves upgrading or adding NAS components and storage to the NAS system. These NAS systems have a fixed capacity ceiling, and performance is impacted as the capacity limit is approached. </a:t>
            </a:r>
          </a:p>
          <a:p>
            <a:r>
              <a:rPr lang="en-US"/>
              <a:t>Scale-out NAS is designed to address the rapidly growing area of unstructured data (data that does not fit in tables and rows), especially Big Data (data sets whose size or scale break traditional tools). Scale-out NAS enables the creation of a clustered NAS system by pooling multiple processing and storage nodes together. The cluster works as a single NAS system and is managed centrally. The capacity of the cluster can be increased by simply adding nodes to the it. A node contains common server components and may or may not have disks. As each node is added to the cluster, it increases the aggregated disk, cache, processor, and network capacity of the cluster as a whole. Nodes can be non-disruptively added to the cluster when more performance and capacity is needed. Scale-out NAS creates a single file system that runs on all nodes in the cluster. As nodes are added, the file system grows dynamically and data is evenly distributed (or redistributed) to all nodes in the cluster.</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Physical Layer</a:t>
            </a:r>
          </a:p>
        </p:txBody>
      </p:sp>
    </p:spTree>
    <p:extLst>
      <p:ext uri="{BB962C8B-B14F-4D97-AF65-F5344CB8AC3E}">
        <p14:creationId xmlns:p14="http://schemas.microsoft.com/office/powerpoint/2010/main" val="160410257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a:t>Object-based storage is a way to store file data in the form of objects based on the content and other attributes of the data rather than the name and location of the file. An object contains user data, related metadata (size, date, ownership, etc.), and user defined attributes of data (retention, access pattern, and other business-relevant attributes). The additional metadata or attributes enable optimized search, retention and deletion of objects. For example, when an MRI scan of a patient is stored as a file in a NAS system, the metadata is basic and may include information such as file name, date of creation, owner, and file type. When stored as an object, the metadata component of the object may include additional information such as patient name, ID, attending physician’s name, and so on, apart from the basic metadata.</a:t>
            </a:r>
          </a:p>
          <a:p>
            <a:r>
              <a:rPr lang="en-US"/>
              <a:t>Each object stored in the object-based storage system is identified by a unique identifier called the </a:t>
            </a:r>
            <a:r>
              <a:rPr lang="en-US" i="1"/>
              <a:t>object ID</a:t>
            </a:r>
            <a:r>
              <a:rPr lang="en-US"/>
              <a:t>. The object ID allows easy access to objects without having to specify the storage location. The object ID is generated using specialized algorithms (such as a hash function) on the data and guarantees that every object is uniquely identified. Any changes in the object, like user-based edits to the file, results in a new object ID. This makes object-based storage a preferred option for long term data archiving to meet regulatory or compliance requirements. The object-based storage system uses a flat, non-hierarchical address space to store data, providing the flexibility to scale massively. Cloud service providers leverage object-based storage systems to offer Storage as a Service because of its inherent security, scalability, and automated data management capabilities. Object-based storage systems support web service access via REST and SOAP.</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Physical Layer</a:t>
            </a:r>
          </a:p>
        </p:txBody>
      </p:sp>
    </p:spTree>
    <p:extLst>
      <p:ext uri="{BB962C8B-B14F-4D97-AF65-F5344CB8AC3E}">
        <p14:creationId xmlns:p14="http://schemas.microsoft.com/office/powerpoint/2010/main" val="126958720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a:t>The object-based storage system has three key components: nodes,</a:t>
            </a:r>
            <a:r>
              <a:rPr lang="en-US" baseline="0"/>
              <a:t> i</a:t>
            </a:r>
            <a:r>
              <a:rPr lang="en-US"/>
              <a:t>nternal (private) network,</a:t>
            </a:r>
            <a:r>
              <a:rPr lang="en-US" baseline="0"/>
              <a:t> and s</a:t>
            </a:r>
            <a:r>
              <a:rPr lang="en-US"/>
              <a:t>torage.</a:t>
            </a:r>
            <a:r>
              <a:rPr lang="en-US" baseline="0"/>
              <a:t> </a:t>
            </a:r>
            <a:r>
              <a:rPr lang="en-US" sz="1000" kern="1200">
                <a:solidFill>
                  <a:schemeClr val="tx1"/>
                </a:solidFill>
                <a:effectLst/>
              </a:rPr>
              <a:t>The object-based storage system is composed of one or more nodes. In this context, a node is a server that runs the object-based storage operating environment and provides services to store, retrieve, and manage data in the system. The object-based storage system node has two key services: metadata service and storage service. The metadata service is responsible for generating the object ID from the contents of a file. It also maintains the mapping between the object IDs and the file system namespace. The storage service manages a set of drives on which the data is stored. The nodes connect to the storage via an internal network. The internal network provides both node-to-node connectivity and node-to-storage connectivity. The application server accesses the object-based storage node to store and retrieve data over an external network. In some implementations, the metadata service might reside on the application server or on a separate server.</a:t>
            </a:r>
          </a:p>
          <a:p>
            <a:r>
              <a:rPr lang="en-US" sz="1000" kern="1200">
                <a:solidFill>
                  <a:schemeClr val="tx1"/>
                </a:solidFill>
                <a:effectLst/>
              </a:rPr>
              <a:t>Object-based storage provides the capability to automatically detect and repair corrupted objects, and to alert the administrator of any potential problem. It also provides on-demand reporting and event notification. Some object-based storage systems support storage optimization techniques such as single instance storage, where only one instance of an object is stored, thereby optimizing </a:t>
            </a:r>
            <a:r>
              <a:rPr lang="en-US" sz="1000" kern="1200">
                <a:effectLst/>
              </a:rPr>
              <a:t>the usable capacity.</a:t>
            </a:r>
            <a:endParaRPr lang="en-US"/>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Physical Layer</a:t>
            </a:r>
          </a:p>
        </p:txBody>
      </p:sp>
    </p:spTree>
    <p:extLst>
      <p:ext uri="{BB962C8B-B14F-4D97-AF65-F5344CB8AC3E}">
        <p14:creationId xmlns:p14="http://schemas.microsoft.com/office/powerpoint/2010/main" val="126958720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a:t>Unified storage or multiprotocol storage has emerged as a solution that consolidates block, file, and object-based access within one storage platform. It supports multiple protocols such as CIFS, NFS, iSCSI, FC, </a:t>
            </a:r>
            <a:r>
              <a:rPr lang="en-US" err="1"/>
              <a:t>FCoE</a:t>
            </a:r>
            <a:r>
              <a:rPr lang="en-US"/>
              <a:t>, REST, and SOAP for data access. Such a unified storage system is managed using a single interface.</a:t>
            </a:r>
            <a:r>
              <a:rPr lang="en-US" baseline="0"/>
              <a:t> </a:t>
            </a:r>
            <a:r>
              <a:rPr lang="en-US"/>
              <a:t>A unified storage system consists of the following key components: storage controller, NAS head,</a:t>
            </a:r>
            <a:r>
              <a:rPr lang="en-US" baseline="0"/>
              <a:t> </a:t>
            </a:r>
            <a:r>
              <a:rPr lang="en-US"/>
              <a:t>OSD node,</a:t>
            </a:r>
            <a:r>
              <a:rPr lang="en-US" baseline="0"/>
              <a:t> and s</a:t>
            </a:r>
            <a:r>
              <a:rPr lang="en-US"/>
              <a:t>torage. The storage controller, NAS head, and OSD node may be present either separately or be part of a single unit.</a:t>
            </a:r>
          </a:p>
          <a:p>
            <a:r>
              <a:rPr lang="en-US"/>
              <a:t>The storage controller provides block-level access to compute systems through various protocols. It contains front-end ports for direct block access. The storage controller is also responsible for managing the back-end storage pool in the storage system. The controller configures storage volumes and presents them to NAS heads and OSD nodes, as well as to the compute systems.</a:t>
            </a:r>
          </a:p>
          <a:p>
            <a:r>
              <a:rPr lang="en-US"/>
              <a:t>A NAS head is a dedicated file server that provides file access to NAS clients. The NAS head connects to the storage via the storage controller. The system usually has two or more NAS heads for redundancy. The NAS head configures the file systems on assigned volumes, creates NFS, CIFS, or mixed shares, and exports the shares to the NAS clients.</a:t>
            </a:r>
          </a:p>
          <a:p>
            <a:r>
              <a:rPr lang="en-US"/>
              <a:t>The OSD node also accesses the storage through the storage controller. The volumes assigned to the OSD node appear as physical disks. These disks are configured by the OSD nodes, enabling them to store object data.</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Physical Layer</a:t>
            </a:r>
          </a:p>
        </p:txBody>
      </p:sp>
    </p:spTree>
    <p:extLst>
      <p:ext uri="{BB962C8B-B14F-4D97-AF65-F5344CB8AC3E}">
        <p14:creationId xmlns:p14="http://schemas.microsoft.com/office/powerpoint/2010/main" val="126958720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a:t>This lesson covered the common types of persistent data storage devices. This lesson also covered the different RAID techniques (striping, mirroring, and parity) used for data protection and for improving storage performance. Finally, this lesson covered the different data access methods and the storage system architectures based on them, including block-based, file-based, object-based, and unified storage systems.</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Physical Layer</a:t>
            </a:r>
          </a:p>
        </p:txBody>
      </p:sp>
    </p:spTree>
    <p:extLst>
      <p:ext uri="{BB962C8B-B14F-4D97-AF65-F5344CB8AC3E}">
        <p14:creationId xmlns:p14="http://schemas.microsoft.com/office/powerpoint/2010/main" val="127159130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a:t>This lesson covers the types of network communication</a:t>
            </a:r>
            <a:r>
              <a:rPr lang="en-US" baseline="0"/>
              <a:t> </a:t>
            </a:r>
            <a:r>
              <a:rPr lang="en-US"/>
              <a:t>and describes compute-to-compute communication. This lesson also covers compute-to-storage</a:t>
            </a:r>
            <a:r>
              <a:rPr lang="en-US" baseline="0"/>
              <a:t> </a:t>
            </a:r>
            <a:r>
              <a:rPr lang="en-US"/>
              <a:t>communication via a storage area network (SAN) and the classification of SAN. Further, this lesson covers</a:t>
            </a:r>
            <a:r>
              <a:rPr lang="en-US" baseline="0"/>
              <a:t> </a:t>
            </a:r>
            <a:r>
              <a:rPr lang="en-US"/>
              <a:t>inter-cloud communication.</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Physical Layer</a:t>
            </a:r>
          </a:p>
        </p:txBody>
      </p:sp>
    </p:spTree>
    <p:extLst>
      <p:ext uri="{BB962C8B-B14F-4D97-AF65-F5344CB8AC3E}">
        <p14:creationId xmlns:p14="http://schemas.microsoft.com/office/powerpoint/2010/main" val="12775455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35512" cy="2663825"/>
          </a:xfrm>
        </p:spPr>
      </p:sp>
      <p:sp>
        <p:nvSpPr>
          <p:cNvPr id="3" name="Notes Placeholder 2"/>
          <p:cNvSpPr>
            <a:spLocks noGrp="1"/>
          </p:cNvSpPr>
          <p:nvPr>
            <p:ph type="body" idx="1"/>
          </p:nvPr>
        </p:nvSpPr>
        <p:spPr/>
        <p:txBody>
          <a:bodyPr/>
          <a:lstStyle/>
          <a:p>
            <a:r>
              <a:rPr lang="en-US"/>
              <a:t>A network establishes communication paths between the devices in an IT infrastructure. Devices that are networked together are typically called “nodes”. A network enables information </a:t>
            </a:r>
            <a:r>
              <a:rPr lang="en-US" baseline="0"/>
              <a:t>exchange a</a:t>
            </a:r>
            <a:r>
              <a:rPr lang="en-US"/>
              <a:t>nd resource sharing among a large numbers of nodes spread across geographic regions and over long distances. A network may also be connected to other networks to enable data transfer between nodes.  </a:t>
            </a:r>
          </a:p>
          <a:p>
            <a:r>
              <a:rPr lang="en-US"/>
              <a:t>Cloud providers typically leverage different types of networks supporting different network protocols and transporting different classes of network traffic. As established in the discussion of fundamental cloud characteristics, cloud consumers require reliable and secure network connectivity to access cloud services. A provider connects the cloud infrastructure to a network enabling </a:t>
            </a:r>
            <a:r>
              <a:rPr lang="en-US" baseline="0"/>
              <a:t>clients (consumers) to connect to the cloud over the network and use cloud services. For example, in an </a:t>
            </a:r>
            <a:r>
              <a:rPr lang="en-US" baseline="0" err="1"/>
              <a:t>on-premise</a:t>
            </a:r>
            <a:r>
              <a:rPr lang="en-US" baseline="0"/>
              <a:t> private cloud, the clients typically connect to the cloud infrastructure over an internal network, such as a LAN. In case of a public cloud, the cloud infrastructure connects to an external network, typically the Internet, over which consumers access cloud services. </a:t>
            </a:r>
            <a:endParaRPr lang="en-US"/>
          </a:p>
          <a:p>
            <a:r>
              <a:rPr lang="en-US"/>
              <a:t>Cloud service providers may also</a:t>
            </a:r>
            <a:r>
              <a:rPr lang="en-US" baseline="0"/>
              <a:t> </a:t>
            </a:r>
            <a:r>
              <a:rPr lang="en-US"/>
              <a:t>use IT resources at one or more data centers to provide cloud services. If multiple data centers are deployed, the IT resources from these data centers may be logically aggregated by connecting them over a wide area network (WAN). This enables both migration of cloud services across data centers and provisioning cloud services using resources from multiple data centers. Also, multiple clouds may be inter-connected over a WAN to enable workloads to be moved or distributed across clouds.</a:t>
            </a:r>
            <a:r>
              <a:rPr lang="en-US" baseline="0"/>
              <a:t> This scenario was covered in </a:t>
            </a:r>
            <a:r>
              <a:rPr lang="en-US"/>
              <a:t>the ‘Introduction to Cloud Computing’ module</a:t>
            </a:r>
            <a:r>
              <a:rPr lang="en-US">
                <a:solidFill>
                  <a:srgbClr val="FF0000"/>
                </a:solidFill>
              </a:rPr>
              <a:t> </a:t>
            </a:r>
            <a:r>
              <a:rPr lang="en-US" baseline="0"/>
              <a:t>as part of the discussion on cloud bursting </a:t>
            </a:r>
            <a:r>
              <a:rPr lang="en-US"/>
              <a:t>in a hybrid cloud environment.</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Physical Layer</a:t>
            </a:r>
          </a:p>
        </p:txBody>
      </p:sp>
    </p:spTree>
    <p:extLst>
      <p:ext uri="{BB962C8B-B14F-4D97-AF65-F5344CB8AC3E}">
        <p14:creationId xmlns:p14="http://schemas.microsoft.com/office/powerpoint/2010/main" val="59698470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a:t>Networks in a cloud environment may be classified into various types based on attributes such as communication protocol, topology, transport medium, and so on. Generally network communication may be categorized into: compute-to-compute communication, compute-to-storage communication, and inter-cloud communication.</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Physical Layer</a:t>
            </a:r>
          </a:p>
        </p:txBody>
      </p:sp>
    </p:spTree>
    <p:extLst>
      <p:ext uri="{BB962C8B-B14F-4D97-AF65-F5344CB8AC3E}">
        <p14:creationId xmlns:p14="http://schemas.microsoft.com/office/powerpoint/2010/main" val="59698470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a:t>Compute-to-compute communication typically uses protocols based on the Internet Protocol (IP). Each physical compute system (running an OS or a hypervisor) is connected to the network through one or more physical network cards, such as a network interface controller (NIC). Physical switches and routers are the commonly-used interconnecting devices. A switch enables different compute systems in the network to communicate with each other. A router enables different networks to communicate with each other. The commonly-used network cables are copper cables and optical fiber cables. The figure on the slide shows a network (Local Area Network – LAN or Wide Area Network – WAN) that provides interconnections among the physical compute systems. The cloud provider has to ensure that appropriate switches and routers, with adequate bandwidth and ports, are in place to ensure the required network performance.</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Physical Layer</a:t>
            </a:r>
          </a:p>
        </p:txBody>
      </p:sp>
    </p:spTree>
    <p:extLst>
      <p:ext uri="{BB962C8B-B14F-4D97-AF65-F5344CB8AC3E}">
        <p14:creationId xmlns:p14="http://schemas.microsoft.com/office/powerpoint/2010/main" val="59698470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a:t>A network of compute systems and storage systems is called a storage area network (SAN). A SAN enables the compute systems to access and share storage systems. Sharing improves the utilization of the storage systems. Using a SAN facilitates centralizing storage management, which in turn simplifies and potentially standardizes the management effort.</a:t>
            </a:r>
          </a:p>
          <a:p>
            <a:r>
              <a:rPr lang="en-US"/>
              <a:t>SANs are classified based on protocols they support. Common SAN deployments types are Fibre Channel SAN (FC SAN), Internet Protocol SAN (IP SAN), and Fibre Channel over Ethernet SAN (</a:t>
            </a:r>
            <a:r>
              <a:rPr lang="en-US" err="1"/>
              <a:t>FCoE</a:t>
            </a:r>
            <a:r>
              <a:rPr lang="en-US"/>
              <a:t> SAN).</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Physical Layer</a:t>
            </a:r>
          </a:p>
        </p:txBody>
      </p:sp>
    </p:spTree>
    <p:extLst>
      <p:ext uri="{BB962C8B-B14F-4D97-AF65-F5344CB8AC3E}">
        <p14:creationId xmlns:p14="http://schemas.microsoft.com/office/powerpoint/2010/main" val="161487726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i="0"/>
              <a:t>An FC SAN is a high speed, dedicated network of compute systems and shared storage systems that uses Fibre Channel (FC) protocol to transport data, commands, and status information between the compute and the storage systems. The FC protocol primarily implements the Small Computer System Interface (SCSI) command set over FC, although it also supports other protocols such as Asynchronous Transfer Mode (ATM), Fibre Connection (FICON), and IP. SCSI over FC overcomes the distance and accessibility limitations associated with traditional, direct-attached SCSI protocol systems. FC protocol provides block-level access to the storage systems. It also provides a serial data transfer interface that operates over both copper and optical fiber cables. Technical committee T11, a committee within International Committee for Information Technology Standards (INCITS), is responsible for FC interface standards. The latest FC implementations of 16 Gigabit Fibre Channel (GFC) offers data transfer speeds up to 16 </a:t>
            </a:r>
            <a:r>
              <a:rPr lang="en-US" i="0" err="1"/>
              <a:t>Gbps</a:t>
            </a:r>
            <a:r>
              <a:rPr lang="en-US" i="0"/>
              <a:t>. The FC architecture is highly scalable, and theoretically a single FC SAN can accommodate approximately 15 million nodes.</a:t>
            </a:r>
          </a:p>
          <a:p>
            <a:r>
              <a:rPr lang="en-US" i="1"/>
              <a:t>Note: The term </a:t>
            </a:r>
            <a:r>
              <a:rPr lang="en-US" i="0"/>
              <a:t>“</a:t>
            </a:r>
            <a:r>
              <a:rPr lang="en-US" i="1"/>
              <a:t>Fibre”</a:t>
            </a:r>
            <a:r>
              <a:rPr lang="en-US" i="0"/>
              <a:t> </a:t>
            </a:r>
            <a:r>
              <a:rPr lang="en-US" i="1"/>
              <a:t>refers to the protocol, whereas the term </a:t>
            </a:r>
            <a:r>
              <a:rPr lang="en-US" i="0"/>
              <a:t>“</a:t>
            </a:r>
            <a:r>
              <a:rPr lang="en-US" i="1"/>
              <a:t>fiber” refers to the medium.</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Physical Layer</a:t>
            </a:r>
          </a:p>
        </p:txBody>
      </p:sp>
    </p:spTree>
    <p:extLst>
      <p:ext uri="{BB962C8B-B14F-4D97-AF65-F5344CB8AC3E}">
        <p14:creationId xmlns:p14="http://schemas.microsoft.com/office/powerpoint/2010/main" val="161487726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a:t>The key FC SAN components include network adapters, cables and connectors, and interconnecting devices.</a:t>
            </a:r>
          </a:p>
          <a:p>
            <a:r>
              <a:rPr lang="en-US"/>
              <a:t>Each node requires one or more network adapters to provide a physical interface for communicating with other nodes. Examples of network adapters are FC host bus adapters (HBAs), and storage system front-end adapters. An FC HBA has SCSI-to-FC processing capability. It encapsulates OS (or hypervisor) storage I/</a:t>
            </a:r>
            <a:r>
              <a:rPr lang="en-US" err="1"/>
              <a:t>Os</a:t>
            </a:r>
            <a:r>
              <a:rPr lang="en-US"/>
              <a:t> (usually SCSI I/O) into FC frames before sending the frames to FC storage systems over an FC SAN. </a:t>
            </a:r>
          </a:p>
          <a:p>
            <a:r>
              <a:rPr lang="en-US"/>
              <a:t>FC SAN predominantly uses optical fiber to provide physical connectivity between nodes. Copper cables might be used for shorter distances. A connector may attach at the end of a cable to enable swift connection and disconnection of the cable to and from a port. </a:t>
            </a:r>
          </a:p>
          <a:p>
            <a:r>
              <a:rPr lang="en-US"/>
              <a:t>FC switches and directors are the interconnecting devices commonly used in an FC SAN to forward data from one physical switch port to another. Directors are high-end switches with a higher port count and better fault-tolerance capabilities than smaller switches (also known as “departmental” switches). Switches are available with a fixed port count or with a modular design. In a modular switch, the port count is increased by installing additional port cards into empty slots. Modular switches enable online installation of port cards. The architecture of a director is usually modular, and its port count is increased by inserting line cards or blades to the director’s chassis.</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Physical Layer</a:t>
            </a:r>
          </a:p>
        </p:txBody>
      </p:sp>
    </p:spTree>
    <p:extLst>
      <p:ext uri="{BB962C8B-B14F-4D97-AF65-F5344CB8AC3E}">
        <p14:creationId xmlns:p14="http://schemas.microsoft.com/office/powerpoint/2010/main" val="117206833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1200"/>
              </a:spcBef>
              <a:spcAft>
                <a:spcPts val="0"/>
              </a:spcAft>
              <a:buClrTx/>
              <a:buSzTx/>
              <a:buFontTx/>
              <a:buNone/>
              <a:tabLst/>
              <a:defRPr/>
            </a:pPr>
            <a:r>
              <a:rPr lang="en-US"/>
              <a:t>A fabric is created with an FC switch (or an FC director) or a network of switches that enable all nodes to connect to each other and communicate. Each switch in a fabric contains a unique domain identifier (ID), which is part of the fabric’s addressing scheme. Each network adapter and network adapter port in the FC environment has</a:t>
            </a:r>
            <a:r>
              <a:rPr lang="en-US" baseline="0"/>
              <a:t> </a:t>
            </a:r>
            <a:r>
              <a:rPr lang="en-US"/>
              <a:t>a globally unique 64-bit identifier called the World Wide Name (WWN). Unlike an FC address, which is assigned dynamically, a WWN is a static name. WWNs are burned into the hardware or assigned through software. An FC network adapter is physically identified by a World Wide Node Name (WWNN), and an FC adapter port is physically identified by a World Wide Port Name (WWPN). For example, a dual-port FC HBA has one WWNN and two WWPNs. Further, each FC adapter port in a fabric has a unique 24-bit FC address for communication.</a:t>
            </a:r>
          </a:p>
          <a:p>
            <a:pPr marL="0" marR="0" indent="0" algn="l" defTabSz="457200" rtl="0" eaLnBrk="1" fontAlgn="auto" latinLnBrk="0" hangingPunct="1">
              <a:lnSpc>
                <a:spcPct val="100000"/>
              </a:lnSpc>
              <a:spcBef>
                <a:spcPts val="1200"/>
              </a:spcBef>
              <a:spcAft>
                <a:spcPts val="0"/>
              </a:spcAft>
              <a:buClrTx/>
              <a:buSzTx/>
              <a:buFontTx/>
              <a:buNone/>
              <a:tabLst/>
              <a:defRPr/>
            </a:pPr>
            <a:endParaRPr lang="en-US"/>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Physical Layer</a:t>
            </a:r>
          </a:p>
        </p:txBody>
      </p:sp>
    </p:spTree>
    <p:extLst>
      <p:ext uri="{BB962C8B-B14F-4D97-AF65-F5344CB8AC3E}">
        <p14:creationId xmlns:p14="http://schemas.microsoft.com/office/powerpoint/2010/main" val="10151462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sz="1000" kern="1200">
                <a:solidFill>
                  <a:schemeClr val="tx1"/>
                </a:solidFill>
                <a:effectLst/>
                <a:ea typeface="+mn-ea"/>
                <a:cs typeface="Calibri" panose="020F0502020204030204" pitchFamily="34" charset="0"/>
              </a:rPr>
              <a:t>A port in a switched fabric can be one of the following types:</a:t>
            </a:r>
          </a:p>
          <a:p>
            <a:pPr marL="171450" lvl="0" indent="-171450">
              <a:buFont typeface="Arial" pitchFamily="34" charset="0"/>
              <a:buChar char="•"/>
            </a:pPr>
            <a:r>
              <a:rPr lang="en-US" sz="1000" b="1" kern="1200" err="1">
                <a:solidFill>
                  <a:schemeClr val="tx1"/>
                </a:solidFill>
                <a:effectLst/>
                <a:ea typeface="+mn-ea"/>
                <a:cs typeface="Calibri" panose="020F0502020204030204" pitchFamily="34" charset="0"/>
              </a:rPr>
              <a:t>N_Port</a:t>
            </a:r>
            <a:r>
              <a:rPr lang="en-US" sz="1000" kern="1200">
                <a:solidFill>
                  <a:schemeClr val="tx1"/>
                </a:solidFill>
                <a:effectLst/>
                <a:ea typeface="+mn-ea"/>
                <a:cs typeface="Calibri" panose="020F0502020204030204" pitchFamily="34" charset="0"/>
              </a:rPr>
              <a:t> is an end-point in the fabric. This port is also known as the node port (or </a:t>
            </a:r>
            <a:r>
              <a:rPr lang="en-US"/>
              <a:t>FC adapter port)</a:t>
            </a:r>
            <a:r>
              <a:rPr lang="en-US" sz="1000" kern="1200">
                <a:solidFill>
                  <a:schemeClr val="tx1"/>
                </a:solidFill>
                <a:effectLst/>
                <a:ea typeface="+mn-ea"/>
                <a:cs typeface="Calibri" panose="020F0502020204030204" pitchFamily="34" charset="0"/>
              </a:rPr>
              <a:t>. Typically, it is a compute system port (on an FC HBA) or a storage system port connected to a switch in a fabric.</a:t>
            </a:r>
          </a:p>
          <a:p>
            <a:pPr marL="171450" lvl="0" indent="-171450">
              <a:buFont typeface="Arial" pitchFamily="34" charset="0"/>
              <a:buChar char="•"/>
            </a:pPr>
            <a:r>
              <a:rPr lang="en-US" sz="1000" b="1" kern="1200" err="1">
                <a:solidFill>
                  <a:schemeClr val="tx1"/>
                </a:solidFill>
                <a:effectLst/>
                <a:ea typeface="+mn-ea"/>
                <a:cs typeface="Calibri" panose="020F0502020204030204" pitchFamily="34" charset="0"/>
              </a:rPr>
              <a:t>E_Port</a:t>
            </a:r>
            <a:r>
              <a:rPr lang="en-US" sz="1000" kern="1200">
                <a:solidFill>
                  <a:schemeClr val="tx1"/>
                </a:solidFill>
                <a:effectLst/>
                <a:ea typeface="+mn-ea"/>
                <a:cs typeface="Calibri" panose="020F0502020204030204" pitchFamily="34" charset="0"/>
              </a:rPr>
              <a:t> is a switch port that forms a connection between two FC switches. This port is also known as an expansion port. The </a:t>
            </a:r>
            <a:r>
              <a:rPr lang="en-US" sz="1000" kern="1200" err="1">
                <a:solidFill>
                  <a:schemeClr val="tx1"/>
                </a:solidFill>
                <a:effectLst/>
                <a:ea typeface="+mn-ea"/>
                <a:cs typeface="Calibri" panose="020F0502020204030204" pitchFamily="34" charset="0"/>
              </a:rPr>
              <a:t>E_Port</a:t>
            </a:r>
            <a:r>
              <a:rPr lang="en-US" sz="1000" kern="1200">
                <a:solidFill>
                  <a:schemeClr val="tx1"/>
                </a:solidFill>
                <a:effectLst/>
                <a:ea typeface="+mn-ea"/>
                <a:cs typeface="Calibri" panose="020F0502020204030204" pitchFamily="34" charset="0"/>
              </a:rPr>
              <a:t> on an FC switch connects to the </a:t>
            </a:r>
            <a:r>
              <a:rPr lang="en-US" sz="1000" kern="1200" err="1">
                <a:solidFill>
                  <a:schemeClr val="tx1"/>
                </a:solidFill>
                <a:effectLst/>
                <a:ea typeface="+mn-ea"/>
                <a:cs typeface="Calibri" panose="020F0502020204030204" pitchFamily="34" charset="0"/>
              </a:rPr>
              <a:t>E_Port</a:t>
            </a:r>
            <a:r>
              <a:rPr lang="en-US" sz="1000" kern="1200">
                <a:solidFill>
                  <a:schemeClr val="tx1"/>
                </a:solidFill>
                <a:effectLst/>
                <a:ea typeface="+mn-ea"/>
                <a:cs typeface="Calibri" panose="020F0502020204030204" pitchFamily="34" charset="0"/>
              </a:rPr>
              <a:t> of another FC switch in the fabric through ISLs.</a:t>
            </a:r>
          </a:p>
          <a:p>
            <a:pPr marL="171450" lvl="0" indent="-171450">
              <a:buFont typeface="Arial" pitchFamily="34" charset="0"/>
              <a:buChar char="•"/>
            </a:pPr>
            <a:r>
              <a:rPr lang="en-US" sz="1000" b="1" kern="1200" err="1">
                <a:solidFill>
                  <a:schemeClr val="tx1"/>
                </a:solidFill>
                <a:effectLst/>
                <a:ea typeface="+mn-ea"/>
                <a:cs typeface="Calibri" panose="020F0502020204030204" pitchFamily="34" charset="0"/>
              </a:rPr>
              <a:t>F_Port</a:t>
            </a:r>
            <a:r>
              <a:rPr lang="en-US" sz="1000" kern="1200">
                <a:solidFill>
                  <a:schemeClr val="tx1"/>
                </a:solidFill>
                <a:effectLst/>
                <a:ea typeface="+mn-ea"/>
                <a:cs typeface="Calibri" panose="020F0502020204030204" pitchFamily="34" charset="0"/>
              </a:rPr>
              <a:t> is a port on a switch that connects an </a:t>
            </a:r>
            <a:r>
              <a:rPr lang="en-US" sz="1000" kern="1200" err="1">
                <a:solidFill>
                  <a:schemeClr val="tx1"/>
                </a:solidFill>
                <a:effectLst/>
                <a:ea typeface="+mn-ea"/>
                <a:cs typeface="Calibri" panose="020F0502020204030204" pitchFamily="34" charset="0"/>
              </a:rPr>
              <a:t>N_Port</a:t>
            </a:r>
            <a:r>
              <a:rPr lang="en-US" sz="1000" kern="1200">
                <a:solidFill>
                  <a:schemeClr val="tx1"/>
                </a:solidFill>
                <a:effectLst/>
                <a:ea typeface="+mn-ea"/>
                <a:cs typeface="Calibri" panose="020F0502020204030204" pitchFamily="34" charset="0"/>
              </a:rPr>
              <a:t>. It is also known as a fabric port.</a:t>
            </a:r>
          </a:p>
          <a:p>
            <a:pPr marL="171450" lvl="0" indent="-171450">
              <a:buFont typeface="Arial" pitchFamily="34" charset="0"/>
              <a:buChar char="•"/>
            </a:pPr>
            <a:r>
              <a:rPr lang="en-US" sz="1000" b="1" kern="1200" err="1">
                <a:solidFill>
                  <a:schemeClr val="tx1"/>
                </a:solidFill>
                <a:effectLst/>
                <a:ea typeface="+mn-ea"/>
                <a:cs typeface="Calibri" panose="020F0502020204030204" pitchFamily="34" charset="0"/>
              </a:rPr>
              <a:t>G_Port</a:t>
            </a:r>
            <a:r>
              <a:rPr lang="en-US" sz="1000" kern="1200">
                <a:solidFill>
                  <a:schemeClr val="tx1"/>
                </a:solidFill>
                <a:effectLst/>
                <a:ea typeface="+mn-ea"/>
                <a:cs typeface="Calibri" panose="020F0502020204030204" pitchFamily="34" charset="0"/>
              </a:rPr>
              <a:t> is a generic port on some vendors’ switches. It can operate as an </a:t>
            </a:r>
            <a:r>
              <a:rPr lang="en-US" sz="1000" kern="1200" err="1">
                <a:solidFill>
                  <a:schemeClr val="tx1"/>
                </a:solidFill>
                <a:effectLst/>
                <a:ea typeface="+mn-ea"/>
                <a:cs typeface="Calibri" panose="020F0502020204030204" pitchFamily="34" charset="0"/>
              </a:rPr>
              <a:t>E_Port</a:t>
            </a:r>
            <a:r>
              <a:rPr lang="en-US" sz="1000" kern="1200">
                <a:solidFill>
                  <a:schemeClr val="tx1"/>
                </a:solidFill>
                <a:effectLst/>
                <a:ea typeface="+mn-ea"/>
                <a:cs typeface="Calibri" panose="020F0502020204030204" pitchFamily="34" charset="0"/>
              </a:rPr>
              <a:t> or an </a:t>
            </a:r>
            <a:r>
              <a:rPr lang="en-US" sz="1000" kern="1200" err="1">
                <a:solidFill>
                  <a:schemeClr val="tx1"/>
                </a:solidFill>
                <a:effectLst/>
                <a:ea typeface="+mn-ea"/>
                <a:cs typeface="Calibri" panose="020F0502020204030204" pitchFamily="34" charset="0"/>
              </a:rPr>
              <a:t>F_Port</a:t>
            </a:r>
            <a:r>
              <a:rPr lang="en-US" sz="1000" kern="1200">
                <a:solidFill>
                  <a:schemeClr val="tx1"/>
                </a:solidFill>
                <a:effectLst/>
                <a:ea typeface="+mn-ea"/>
                <a:cs typeface="Calibri" panose="020F0502020204030204" pitchFamily="34" charset="0"/>
              </a:rPr>
              <a:t> and determines its functionality automatically during initialization.</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Physical Layer</a:t>
            </a:r>
          </a:p>
        </p:txBody>
      </p:sp>
    </p:spTree>
    <p:extLst>
      <p:ext uri="{BB962C8B-B14F-4D97-AF65-F5344CB8AC3E}">
        <p14:creationId xmlns:p14="http://schemas.microsoft.com/office/powerpoint/2010/main" val="59698470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a:t>Zoning is an FC switch function that enables node ports within the fabric to be logically segmented into groups and to communicate with each other within the group. Whenever a change takes place in the fabric, the fabric sends a registered state change notification (RSCN) to the nodes in the fabric. If zoning is not configured, the RSCNs are received by all nodes in the fabric. This includes nodes that are not impacted by the change, resulting in increased fabric-management traffic. For a large fabric, the amount of FC traffic generated due to this process can be significant and might impact the compute-to-storage data traffic. Zoning helps to limit the number of RSCNs in a fabric. In the presence of zoning, a fabric sends the RSCNs to only those nodes in the zone where the change has occurred. </a:t>
            </a:r>
          </a:p>
          <a:p>
            <a:r>
              <a:rPr lang="en-US"/>
              <a:t>Both node ports and switch ports can be members of a zone. A port or node can be a member of multiple zones. Nodes distributed across multiple switches in a fabric may also be grouped into the same zone. </a:t>
            </a:r>
          </a:p>
          <a:p>
            <a:r>
              <a:rPr lang="en-US"/>
              <a:t>Single-initiator-single-target zoning is considered as an industry best practice to configure zones. In an FC SAN, the HBA ports and the storage system ports are called initiator ports and target ports respectively. A single-initiator-single-target zone consists of one initiator port and one target port. Single-initiator-single-target zoning eliminates unnecessary compute-to-compute interaction and minimizes RSCNs. Single-initiator-single-target zoning in a large fabric leads to configuring a large number of zones and more administrative actions. However, this practice improves the FC SAN performance and reduces the time to troubleshoot FC SAN-related problems. </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Physical Layer</a:t>
            </a:r>
          </a:p>
        </p:txBody>
      </p:sp>
    </p:spTree>
    <p:extLst>
      <p:ext uri="{BB962C8B-B14F-4D97-AF65-F5344CB8AC3E}">
        <p14:creationId xmlns:p14="http://schemas.microsoft.com/office/powerpoint/2010/main" val="161487726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a:t>Zoning can be categorized into three types: WWN zoning, port zoning, and mixed zoning.</a:t>
            </a:r>
          </a:p>
          <a:p>
            <a:r>
              <a:rPr lang="en-US"/>
              <a:t>WWN zoning uses WWNs to define zones. The zone members are the unique WWPN addresses of the ports in HBA and its targets (storage systems). A major advantage of WWN zoning is its flexibility. WWN zoning allows nodes to be moved to another switch port in the fabric and to maintain connectivity to their zone partners without having to modify the zone configuration. This is possible because the WWN is static to the node port.</a:t>
            </a:r>
          </a:p>
          <a:p>
            <a:r>
              <a:rPr lang="en-US"/>
              <a:t>Port zoning uses the switch port identifier to define zones. In port zoning, access to data is determined by the physical switch port to which a node is connected. The zone members are the port identifier (switch domain ID and port number) to which an HBA and its targets are connected. If a node is moved to another switch port in the fabric, then zoning must be modified to allow the node, in its new port, to participate in its original zone. However, if an HBA or a storage system port fails, an administrator just has to replace the failed device without changing the zoning configuration.</a:t>
            </a:r>
          </a:p>
          <a:p>
            <a:r>
              <a:rPr lang="en-US"/>
              <a:t>Mixed zoning combines the qualities of both WWN zoning and port zoning. Using mixed zoning enables a specific node port to be tied to the WWN of a node. </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Physical Layer</a:t>
            </a:r>
          </a:p>
        </p:txBody>
      </p:sp>
    </p:spTree>
    <p:extLst>
      <p:ext uri="{BB962C8B-B14F-4D97-AF65-F5344CB8AC3E}">
        <p14:creationId xmlns:p14="http://schemas.microsoft.com/office/powerpoint/2010/main" val="71732610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a:t>IP SAN uses the Internet Protocol (IP) for the transport of storage traffic. It transports block I/O over an IP-based network. IP is a mature technology, and using IP SAN as a storage networking option provides several advantages. Cloud providers may have an existing IP-based network infrastructure, which could be used for storage networking. Leveraging an existing IP-based network therefore may be a more economical option than investing in building a new FC SAN infrastructure. In addition, many robust and mature security options are available for IP networks. Many long-distance, disaster recovery (DR) solutions already leverage IP-based networks. Therefore, with IP SAN, providers can extend the geographical reach of their storage infrastructure.</a:t>
            </a:r>
          </a:p>
          <a:p>
            <a:r>
              <a:rPr lang="en-US"/>
              <a:t>Two primary protocols that leverage IP as the transport mechanism for block-level data transmission are Internet SCSI (iSCSI) and Fibre Channel over IP (FCIP).</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Physical Layer</a:t>
            </a:r>
          </a:p>
        </p:txBody>
      </p:sp>
    </p:spTree>
    <p:extLst>
      <p:ext uri="{BB962C8B-B14F-4D97-AF65-F5344CB8AC3E}">
        <p14:creationId xmlns:p14="http://schemas.microsoft.com/office/powerpoint/2010/main" val="161487726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a:t>iSCSI encapsulates SCSI commands and data into IP packets. These IP packets are transported over an IP-based network. iSCSI network components include:</a:t>
            </a:r>
          </a:p>
          <a:p>
            <a:pPr marL="171450" indent="-171450">
              <a:buFont typeface="Arial" pitchFamily="34" charset="0"/>
              <a:buChar char="•"/>
            </a:pPr>
            <a:r>
              <a:rPr lang="en-US"/>
              <a:t>iSCSI initiators such as a software iSCSI adapter and an iSCSI HBA</a:t>
            </a:r>
          </a:p>
          <a:p>
            <a:pPr marL="171450" indent="-171450">
              <a:buFont typeface="Arial" pitchFamily="34" charset="0"/>
              <a:buChar char="•"/>
            </a:pPr>
            <a:r>
              <a:rPr lang="en-US"/>
              <a:t>iSCSI targets such as a storage system with iSCSI port or an iSCSI gateway</a:t>
            </a:r>
          </a:p>
          <a:p>
            <a:pPr marL="171450" indent="-171450">
              <a:buFont typeface="Arial" pitchFamily="34" charset="0"/>
              <a:buChar char="•"/>
            </a:pPr>
            <a:r>
              <a:rPr lang="en-US"/>
              <a:t>IP-based network</a:t>
            </a:r>
          </a:p>
          <a:p>
            <a:r>
              <a:rPr lang="en-US"/>
              <a:t>An iSCSI initiator sends commands and associated data to a target and the target returns data and responses to the initiator. The software iSCSI adapter is an OS (or hypervisor) kernel-resident software that uses an existing NIC of the compute system to emulate an iSCSI initiator. An iSCSI HBA has a built-in iSCSI initiator and is capable of providing performance benefits over software iSCSI adapters by offloading the entire iSCSI and TCP/IP processing from the processor of the compute system. If an iSCSI-capable storage system is deployed, then an iSCSI initiator can directly communicate with the storage system over an IP-based network. This type of iSCSI implementation is called </a:t>
            </a:r>
            <a:r>
              <a:rPr lang="en-US" i="1"/>
              <a:t>native iSCSI</a:t>
            </a:r>
            <a:r>
              <a:rPr lang="en-US"/>
              <a:t>. Otherwise, in an iSCSI implementation that uses a storage system with only FC ports, an iSCSI gateway is used. This gateway device performs the translation of IP packets to FC frames and vice versa, thereby bridging the connectivity between the IP and the FC environments. This type of iSCSI implementation is called </a:t>
            </a:r>
            <a:r>
              <a:rPr lang="en-US" i="1"/>
              <a:t>bridged iSCSI</a:t>
            </a:r>
            <a:r>
              <a:rPr lang="en-US"/>
              <a:t>. The figure on the slide shows both native and bridged iSCSI implementations.</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Physical Layer</a:t>
            </a:r>
          </a:p>
        </p:txBody>
      </p:sp>
    </p:spTree>
    <p:extLst>
      <p:ext uri="{BB962C8B-B14F-4D97-AF65-F5344CB8AC3E}">
        <p14:creationId xmlns:p14="http://schemas.microsoft.com/office/powerpoint/2010/main" val="161487726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kern="1200">
                <a:solidFill>
                  <a:schemeClr val="tx1"/>
                </a:solidFill>
                <a:ea typeface="+mn-ea"/>
                <a:cs typeface="Calibri" panose="020F0502020204030204" pitchFamily="34" charset="0"/>
              </a:rPr>
              <a:t>A unique worldwide iSCSI identifier, known as an </a:t>
            </a:r>
            <a:r>
              <a:rPr lang="en-US" i="0" kern="1200">
                <a:solidFill>
                  <a:schemeClr val="tx1"/>
                </a:solidFill>
                <a:ea typeface="+mn-ea"/>
                <a:cs typeface="Calibri" panose="020F0502020204030204" pitchFamily="34" charset="0"/>
              </a:rPr>
              <a:t>iSCSI name, </a:t>
            </a:r>
            <a:r>
              <a:rPr lang="en-US" kern="1200">
                <a:ea typeface="+mn-ea"/>
                <a:cs typeface="Calibri" panose="020F0502020204030204" pitchFamily="34" charset="0"/>
              </a:rPr>
              <a:t>identifies the initiators and the </a:t>
            </a:r>
            <a:r>
              <a:rPr lang="en-US" kern="1200">
                <a:solidFill>
                  <a:schemeClr val="tx1"/>
                </a:solidFill>
                <a:ea typeface="+mn-ea"/>
                <a:cs typeface="Calibri" panose="020F0502020204030204" pitchFamily="34" charset="0"/>
              </a:rPr>
              <a:t>targets within an iSCSI network to facilitate communication. The unique identifier can be a combination of the names of the department, application, or manufacturer, serial number, asset number, or any tag that can be used to recognize and manage the devices. The two types of iSCSI names that are commonly used are:</a:t>
            </a:r>
          </a:p>
          <a:p>
            <a:pPr marL="171450" indent="-171450">
              <a:buFont typeface="Arial" panose="020B0604020202020204" pitchFamily="34" charset="0"/>
              <a:buChar char="•"/>
            </a:pPr>
            <a:r>
              <a:rPr lang="en-US" b="1"/>
              <a:t>iSCSI Qualified Name</a:t>
            </a:r>
            <a:r>
              <a:rPr lang="en-US"/>
              <a:t> </a:t>
            </a:r>
            <a:r>
              <a:rPr lang="en-US" b="1"/>
              <a:t>(IQN):</a:t>
            </a:r>
            <a:r>
              <a:rPr lang="en-US"/>
              <a:t> An organization must own a registered domain name to generate iSCSI Qualified Names. This domain name does not need to be active or resolve to an address. It just needs to be reserved to prevent other organizations from using the same domain name to generate iSCSI names. A date is included in the name to avoid potential conflicts caused by the transfer of domain names. An example of an IQN is iqn.2014-02.com.example:</a:t>
            </a:r>
            <a:r>
              <a:rPr lang="en-US" i="1"/>
              <a:t>optional_string. </a:t>
            </a:r>
            <a:r>
              <a:rPr lang="en-US"/>
              <a:t>The </a:t>
            </a:r>
            <a:r>
              <a:rPr lang="en-US" i="1" err="1"/>
              <a:t>optional_string</a:t>
            </a:r>
            <a:r>
              <a:rPr lang="en-US"/>
              <a:t>  provides a serial number, an asset number, or any other device identifiers. An iSCSI Qualified Name enables storage administrators to assign meaningful names to iSCSI devices, and therefore, manage those devices more easily.</a:t>
            </a:r>
          </a:p>
          <a:p>
            <a:pPr marL="171450" indent="-171450">
              <a:buFont typeface="Arial" panose="020B0604020202020204" pitchFamily="34" charset="0"/>
              <a:buChar char="•"/>
            </a:pPr>
            <a:r>
              <a:rPr lang="en-US" b="1"/>
              <a:t>Extended Unique Identifier (EUI):</a:t>
            </a:r>
            <a:r>
              <a:rPr lang="en-US"/>
              <a:t> An EUI is a globally unique identifier based on the IEEE EUI-64 naming standard. An EUI is composed of the “</a:t>
            </a:r>
            <a:r>
              <a:rPr lang="en-US" err="1"/>
              <a:t>eui</a:t>
            </a:r>
            <a:r>
              <a:rPr lang="en-US"/>
              <a:t>” prefix followed by a 16-character hexadecimal name, such as eui.0300732A32598D26.</a:t>
            </a:r>
            <a:endParaRPr lang="en-US" kern="1200">
              <a:solidFill>
                <a:schemeClr val="tx1"/>
              </a:solidFill>
              <a:ea typeface="+mn-ea"/>
              <a:cs typeface="Calibri" panose="020F0502020204030204" pitchFamily="34" charset="0"/>
            </a:endParaRPr>
          </a:p>
          <a:p>
            <a:r>
              <a:rPr lang="en-US" kern="1200">
                <a:solidFill>
                  <a:schemeClr val="tx1"/>
                </a:solidFill>
                <a:ea typeface="+mn-ea"/>
                <a:cs typeface="Calibri" panose="020F0502020204030204" pitchFamily="34" charset="0"/>
              </a:rPr>
              <a:t>In either format, the allowed special characters are dots, dashes, and blank spaces.</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Physical Layer</a:t>
            </a:r>
          </a:p>
        </p:txBody>
      </p:sp>
    </p:spTree>
    <p:extLst>
      <p:ext uri="{BB962C8B-B14F-4D97-AF65-F5344CB8AC3E}">
        <p14:creationId xmlns:p14="http://schemas.microsoft.com/office/powerpoint/2010/main" val="397656201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a:t>FCIP is an encapsulation of FC frames into IP packets. FCIP is a tunneling protocol that enables distributed FC SAN islands to be interconnected over the existing IP-based networks. This enables transporting FC data between disparate FC SANs that may be separated by a long distance. In an FCIP environment, an FCIP entity such as an FCIP gateway is deployed at either end of the tunnel between two FC SAN islands, as shown in the figure on the slide. An FCIP gateway encapsulates FC frames into IP packets and transfers them to the remote gateway through the tunnel. The remote FCIP gateway </a:t>
            </a:r>
            <a:r>
              <a:rPr lang="en-US" err="1"/>
              <a:t>decapsulates</a:t>
            </a:r>
            <a:r>
              <a:rPr lang="en-US"/>
              <a:t> the FC frames from the IP packets and sends the frames to the remote FC SAN. FCIP is extensively used in disaster recovery implementations in which data is replicated to storage located at a remote site.</a:t>
            </a:r>
          </a:p>
          <a:p>
            <a:r>
              <a:rPr lang="en-US"/>
              <a:t>An FCIP implementation is capable of merging interconnected fabrics into a single fabric. In a merged fabric, the fabric service related traffic travels between interconnected FC SANs through the FCIP tunnel. However, only a small subset of nodes at either end of the FCIP tunnel requires connectivity across the tunnel. Thus, the majority of FCIP implementations today use some switch-specific features to prevent the fabrics from merging and also restrict the nodes that are allowed to communicate across the fabrics. </a:t>
            </a:r>
          </a:p>
          <a:p>
            <a:pPr marL="171450" indent="-171450">
              <a:buFont typeface="Arial" panose="020B0604020202020204" pitchFamily="34" charset="0"/>
              <a:buChar char="•"/>
            </a:pPr>
            <a:endParaRPr lang="en-US"/>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Physical Layer</a:t>
            </a:r>
          </a:p>
        </p:txBody>
      </p:sp>
    </p:spTree>
    <p:extLst>
      <p:ext uri="{BB962C8B-B14F-4D97-AF65-F5344CB8AC3E}">
        <p14:creationId xmlns:p14="http://schemas.microsoft.com/office/powerpoint/2010/main" val="161487726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err="1"/>
              <a:t>FCoE</a:t>
            </a:r>
            <a:r>
              <a:rPr lang="en-US"/>
              <a:t> SAN is a converged enhanced Ethernet (CEE) network that is capable of transporting FC data along with regular Ethernet traffic over high speed (such as 4 </a:t>
            </a:r>
            <a:r>
              <a:rPr lang="en-US" err="1"/>
              <a:t>Gbps</a:t>
            </a:r>
            <a:r>
              <a:rPr lang="en-US"/>
              <a:t>, 8 </a:t>
            </a:r>
            <a:r>
              <a:rPr lang="en-US" err="1"/>
              <a:t>Gbps</a:t>
            </a:r>
            <a:r>
              <a:rPr lang="en-US"/>
              <a:t>, 10 </a:t>
            </a:r>
            <a:r>
              <a:rPr lang="en-US" err="1"/>
              <a:t>Gbps</a:t>
            </a:r>
            <a:r>
              <a:rPr lang="en-US"/>
              <a:t>, or higher) Ethernet links. It uses the </a:t>
            </a:r>
            <a:r>
              <a:rPr lang="en-US" err="1"/>
              <a:t>FCoE</a:t>
            </a:r>
            <a:r>
              <a:rPr lang="en-US"/>
              <a:t> protocol that encapsulates FC frames into Ethernet frames. </a:t>
            </a:r>
            <a:r>
              <a:rPr lang="en-US" err="1"/>
              <a:t>FCoE</a:t>
            </a:r>
            <a:r>
              <a:rPr lang="en-US"/>
              <a:t> is based on an enhanced Ethernet standard that supports Data Center Bridging (DCB) functionalities. DCB ensures lossless transmission of FC traffic over Ethernet. </a:t>
            </a:r>
          </a:p>
          <a:p>
            <a:r>
              <a:rPr lang="en-US" err="1"/>
              <a:t>FCoE</a:t>
            </a:r>
            <a:r>
              <a:rPr lang="en-US"/>
              <a:t> SAN provides the flexibility to deploy the same network components for transferring both compute-to-compute traffic and FC storage traffic. This helps in reducing the complexity of managing multiple discrete network infrastructures. </a:t>
            </a:r>
            <a:r>
              <a:rPr lang="en-US" err="1"/>
              <a:t>FCoE</a:t>
            </a:r>
            <a:r>
              <a:rPr lang="en-US"/>
              <a:t> SAN uses multi-function network adapters and switches. Therefore, </a:t>
            </a:r>
            <a:r>
              <a:rPr lang="en-US" err="1"/>
              <a:t>FCoE</a:t>
            </a:r>
            <a:r>
              <a:rPr lang="en-US"/>
              <a:t> reduces the number of adapters, cables, and switches, along with power and space consumption required in a data center. </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Physical Layer</a:t>
            </a:r>
          </a:p>
        </p:txBody>
      </p:sp>
    </p:spTree>
    <p:extLst>
      <p:ext uri="{BB962C8B-B14F-4D97-AF65-F5344CB8AC3E}">
        <p14:creationId xmlns:p14="http://schemas.microsoft.com/office/powerpoint/2010/main" val="161487726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a:t>An </a:t>
            </a:r>
            <a:r>
              <a:rPr lang="en-US" err="1"/>
              <a:t>FCoE</a:t>
            </a:r>
            <a:r>
              <a:rPr lang="en-US"/>
              <a:t> SAN consists of converged network adapters (CNAs), </a:t>
            </a:r>
            <a:r>
              <a:rPr lang="en-US" err="1"/>
              <a:t>FCoE</a:t>
            </a:r>
            <a:r>
              <a:rPr lang="en-US"/>
              <a:t> switches, cables, and </a:t>
            </a:r>
            <a:r>
              <a:rPr lang="en-US" err="1"/>
              <a:t>FCoE</a:t>
            </a:r>
            <a:r>
              <a:rPr lang="en-US"/>
              <a:t> storage ports. </a:t>
            </a:r>
          </a:p>
          <a:p>
            <a:r>
              <a:rPr lang="en-US"/>
              <a:t>A CNA is a physical adapter that provides the functionality of both NIC and FC HBA in a single device. It consolidates both FC traffic and regular Ethernet traffic on a common Ethernet infrastructure. CNAs connect compute systems to </a:t>
            </a:r>
            <a:r>
              <a:rPr lang="en-US" err="1"/>
              <a:t>FCoE</a:t>
            </a:r>
            <a:r>
              <a:rPr lang="en-US"/>
              <a:t> switches. They are responsible for encapsulating FC traffic onto Ethernet frames and forwarding them to </a:t>
            </a:r>
            <a:r>
              <a:rPr lang="en-US" err="1"/>
              <a:t>FCoE</a:t>
            </a:r>
            <a:r>
              <a:rPr lang="en-US"/>
              <a:t> switches over CEE links. </a:t>
            </a:r>
          </a:p>
          <a:p>
            <a:r>
              <a:rPr lang="en-US"/>
              <a:t>Instead of CNA, a software </a:t>
            </a:r>
            <a:r>
              <a:rPr lang="en-US" err="1"/>
              <a:t>FCoE</a:t>
            </a:r>
            <a:r>
              <a:rPr lang="en-US"/>
              <a:t> adapter may also be used. A software </a:t>
            </a:r>
            <a:r>
              <a:rPr lang="en-US" err="1"/>
              <a:t>FCoE</a:t>
            </a:r>
            <a:r>
              <a:rPr lang="en-US"/>
              <a:t> adapter is software on the compute system that performs </a:t>
            </a:r>
            <a:r>
              <a:rPr lang="en-US" err="1"/>
              <a:t>FCoE</a:t>
            </a:r>
            <a:r>
              <a:rPr lang="en-US"/>
              <a:t> processing. </a:t>
            </a:r>
            <a:r>
              <a:rPr lang="en-US" err="1"/>
              <a:t>FCoE</a:t>
            </a:r>
            <a:r>
              <a:rPr lang="en-US"/>
              <a:t> processing consumes compute system processor cycles. With software </a:t>
            </a:r>
            <a:r>
              <a:rPr lang="en-US" err="1"/>
              <a:t>FCoE</a:t>
            </a:r>
            <a:r>
              <a:rPr lang="en-US"/>
              <a:t> adapters, the compute system implements FC protocol in software that handles SCSI to FC processing. The software </a:t>
            </a:r>
            <a:r>
              <a:rPr lang="en-US" err="1"/>
              <a:t>FCoE</a:t>
            </a:r>
            <a:r>
              <a:rPr lang="en-US"/>
              <a:t> adapter performs FC to Ethernet encapsulation. Both </a:t>
            </a:r>
            <a:r>
              <a:rPr lang="en-US" err="1"/>
              <a:t>FCoE</a:t>
            </a:r>
            <a:r>
              <a:rPr lang="en-US"/>
              <a:t> traffic (Ethernet traffic that carries FC data) and regular Ethernet traffic are transferred through supported NICs on the compute system. </a:t>
            </a:r>
          </a:p>
          <a:p>
            <a:r>
              <a:rPr lang="en-US"/>
              <a:t>The figure on the slide shows an </a:t>
            </a:r>
            <a:r>
              <a:rPr lang="en-US" err="1"/>
              <a:t>FCoE</a:t>
            </a:r>
            <a:r>
              <a:rPr lang="en-US"/>
              <a:t> implementation that consolidates both FC SAN traffic and LAN (Ethernet) traffic on a common Ethernet infrastructure.</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Physical Layer</a:t>
            </a:r>
          </a:p>
        </p:txBody>
      </p:sp>
    </p:spTree>
    <p:extLst>
      <p:ext uri="{BB962C8B-B14F-4D97-AF65-F5344CB8AC3E}">
        <p14:creationId xmlns:p14="http://schemas.microsoft.com/office/powerpoint/2010/main" val="345827005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a:t>An </a:t>
            </a:r>
            <a:r>
              <a:rPr lang="en-US" err="1"/>
              <a:t>FCoE</a:t>
            </a:r>
            <a:r>
              <a:rPr lang="en-US"/>
              <a:t> switch has the functionalities of both an Ethernet switch and an FC switch. It has a Fibre Channel Forwarder (FCF), an Ethernet Bridge, and a set of ports that can be used for FC, Ethernet or </a:t>
            </a:r>
            <a:r>
              <a:rPr lang="en-US" err="1"/>
              <a:t>FCoE</a:t>
            </a:r>
            <a:r>
              <a:rPr lang="en-US"/>
              <a:t> connectivity. The function of the FCF is to encapsulate the FC frames received from an existing FC SAN into the Ethernet frames, and also to </a:t>
            </a:r>
            <a:r>
              <a:rPr lang="en-US" err="1"/>
              <a:t>decapsulate</a:t>
            </a:r>
            <a:r>
              <a:rPr lang="en-US"/>
              <a:t> the Ethernet frames received from the Ethernet Bridge to the FC frames. </a:t>
            </a:r>
          </a:p>
          <a:p>
            <a:r>
              <a:rPr lang="en-US"/>
              <a:t>Some vendors offer </a:t>
            </a:r>
            <a:r>
              <a:rPr lang="en-US" err="1"/>
              <a:t>FCoE</a:t>
            </a:r>
            <a:r>
              <a:rPr lang="en-US"/>
              <a:t> ports in their storage systems. These storage systems connect directly to </a:t>
            </a:r>
            <a:r>
              <a:rPr lang="en-US" err="1"/>
              <a:t>FCoE</a:t>
            </a:r>
            <a:r>
              <a:rPr lang="en-US"/>
              <a:t> switches. The </a:t>
            </a:r>
            <a:r>
              <a:rPr lang="en-US" err="1"/>
              <a:t>FCoE</a:t>
            </a:r>
            <a:r>
              <a:rPr lang="en-US"/>
              <a:t> switches form </a:t>
            </a:r>
            <a:r>
              <a:rPr lang="en-US" err="1"/>
              <a:t>FCoE</a:t>
            </a:r>
            <a:r>
              <a:rPr lang="en-US"/>
              <a:t> fabrics between compute and storage systems and provide end-to-end </a:t>
            </a:r>
            <a:r>
              <a:rPr lang="en-US" err="1"/>
              <a:t>FCoE</a:t>
            </a:r>
            <a:r>
              <a:rPr lang="en-US"/>
              <a:t> support. The figure on the slide shows an </a:t>
            </a:r>
            <a:r>
              <a:rPr lang="en-US" err="1"/>
              <a:t>FCoE</a:t>
            </a:r>
            <a:r>
              <a:rPr lang="en-US"/>
              <a:t> implementation with an </a:t>
            </a:r>
            <a:r>
              <a:rPr lang="en-US" err="1"/>
              <a:t>FCoE</a:t>
            </a:r>
            <a:r>
              <a:rPr lang="en-US"/>
              <a:t>-capable storage system.</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Physical Layer</a:t>
            </a:r>
          </a:p>
        </p:txBody>
      </p:sp>
    </p:spTree>
    <p:extLst>
      <p:ext uri="{BB962C8B-B14F-4D97-AF65-F5344CB8AC3E}">
        <p14:creationId xmlns:p14="http://schemas.microsoft.com/office/powerpoint/2010/main" val="345827005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a:t>The cloud tenets of rapid elasticity,</a:t>
            </a:r>
            <a:r>
              <a:rPr lang="en-US" baseline="0"/>
              <a:t> resource pooling, and broad network create a sense of availability of limitless resources in a cloud infrastructure that can be accessed from any location over a network. However a</a:t>
            </a:r>
            <a:r>
              <a:rPr lang="en-US"/>
              <a:t> single cloud does not have an infinite number of resources. A cloud that does not have adequate resources to satisfy service requests from clients, may be able to fulfill the requests if it is able to access the</a:t>
            </a:r>
            <a:r>
              <a:rPr lang="en-US">
                <a:solidFill>
                  <a:srgbClr val="FFC000"/>
                </a:solidFill>
              </a:rPr>
              <a:t> </a:t>
            </a:r>
            <a:r>
              <a:rPr lang="en-US"/>
              <a:t>resources from</a:t>
            </a:r>
            <a:r>
              <a:rPr lang="en-US" baseline="0"/>
              <a:t> another cloud. For example, in a hybrid cloud scenario, a private cloud may access resources from a public cloud during peak workload periods. There may be several combinations of inter-cloud connectivity as depicted in the figure on the slide. Inter-cloud connectivity enables clouds to balance workloads by accessing and using computing resources, such as processing power and storage resources from other cloud infrastructures. The cloud p</a:t>
            </a:r>
            <a:r>
              <a:rPr lang="en-US" i="0" baseline="0"/>
              <a:t>rovider has to ensure network connectivity of the cloud infrastructure over a WAN to the other clouds for resource access and workload distribution.</a:t>
            </a:r>
            <a:endParaRPr lang="en-US" i="0"/>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Physical Layer</a:t>
            </a:r>
          </a:p>
        </p:txBody>
      </p:sp>
    </p:spTree>
    <p:extLst>
      <p:ext uri="{BB962C8B-B14F-4D97-AF65-F5344CB8AC3E}">
        <p14:creationId xmlns:p14="http://schemas.microsoft.com/office/powerpoint/2010/main" val="345827005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a:t>This lesson covered the types of network communication, compute-to-compute communication, and compute-to-storage communication over a storage area network (SAN). This lesson also covered the classification of SAN—FC SAN, IP SAN, and </a:t>
            </a:r>
            <a:r>
              <a:rPr lang="en-US" err="1"/>
              <a:t>FCoE</a:t>
            </a:r>
            <a:r>
              <a:rPr lang="en-US"/>
              <a:t> SAN—and described the components and architecture of each. Finally, this lesson covered inter-cloud communication.</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Physical Layer</a:t>
            </a:r>
          </a:p>
        </p:txBody>
      </p:sp>
    </p:spTree>
    <p:extLst>
      <p:ext uri="{BB962C8B-B14F-4D97-AF65-F5344CB8AC3E}">
        <p14:creationId xmlns:p14="http://schemas.microsoft.com/office/powerpoint/2010/main" val="127159130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a:t>The Concepts in Practice section covers EMC VMAX, EMC VNX, EMC ECS Appliance, EMC </a:t>
            </a:r>
            <a:r>
              <a:rPr lang="en-US" err="1"/>
              <a:t>Isilon</a:t>
            </a:r>
            <a:r>
              <a:rPr lang="en-US"/>
              <a:t>, EMC </a:t>
            </a:r>
            <a:r>
              <a:rPr lang="en-US" err="1"/>
              <a:t>Atmos</a:t>
            </a:r>
            <a:r>
              <a:rPr lang="en-US"/>
              <a:t>, EMC </a:t>
            </a:r>
            <a:r>
              <a:rPr lang="en-US" err="1"/>
              <a:t>XtremIO</a:t>
            </a:r>
            <a:r>
              <a:rPr lang="en-US"/>
              <a:t>, and EMC </a:t>
            </a:r>
            <a:r>
              <a:rPr lang="en-US" err="1"/>
              <a:t>Connectrix</a:t>
            </a:r>
            <a:r>
              <a:rPr lang="en-US"/>
              <a:t>.</a:t>
            </a:r>
          </a:p>
          <a:p>
            <a:endParaRPr lang="en-US"/>
          </a:p>
          <a:p>
            <a:r>
              <a:rPr lang="en-US" i="1"/>
              <a:t>Note:</a:t>
            </a:r>
          </a:p>
          <a:p>
            <a:r>
              <a:rPr lang="en-US" i="1"/>
              <a:t>For the latest information on EMC products, visit www.emc.com.</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Physical Layer</a:t>
            </a:r>
          </a:p>
        </p:txBody>
      </p:sp>
    </p:spTree>
    <p:extLst>
      <p:ext uri="{BB962C8B-B14F-4D97-AF65-F5344CB8AC3E}">
        <p14:creationId xmlns:p14="http://schemas.microsoft.com/office/powerpoint/2010/main" val="127754557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pPr marL="0" marR="0" algn="l" defTabSz="914400" rtl="0" eaLnBrk="0" fontAlgn="base" latinLnBrk="0" hangingPunct="0">
              <a:spcAft>
                <a:spcPct val="0"/>
              </a:spcAft>
              <a:buClrTx/>
              <a:buSzTx/>
              <a:buFontTx/>
              <a:buNone/>
              <a:tabLst/>
              <a:defRPr/>
            </a:pPr>
            <a:r>
              <a:rPr lang="en-US" b="0" kern="1200">
                <a:solidFill>
                  <a:schemeClr val="tx1"/>
                </a:solidFill>
                <a:effectLst/>
              </a:rPr>
              <a:t>The </a:t>
            </a:r>
            <a:r>
              <a:rPr lang="en-US" b="1" kern="1200">
                <a:solidFill>
                  <a:schemeClr val="tx1"/>
                </a:solidFill>
                <a:effectLst/>
              </a:rPr>
              <a:t>EMC</a:t>
            </a:r>
            <a:r>
              <a:rPr lang="en-US" b="0" kern="1200">
                <a:solidFill>
                  <a:schemeClr val="tx1"/>
                </a:solidFill>
                <a:effectLst/>
              </a:rPr>
              <a:t> </a:t>
            </a:r>
            <a:r>
              <a:rPr lang="en-US" b="1" kern="1200">
                <a:solidFill>
                  <a:schemeClr val="tx1"/>
                </a:solidFill>
                <a:effectLst/>
              </a:rPr>
              <a:t>VMAX</a:t>
            </a:r>
            <a:r>
              <a:rPr lang="en-US" kern="1200">
                <a:solidFill>
                  <a:schemeClr val="tx1"/>
                </a:solidFill>
                <a:effectLst/>
              </a:rPr>
              <a:t> </a:t>
            </a:r>
            <a:r>
              <a:rPr lang="en-US" sz="1000" b="0" i="0" kern="1200">
                <a:solidFill>
                  <a:schemeClr val="tx1"/>
                </a:solidFill>
                <a:effectLst/>
                <a:latin typeface="+mn-lt"/>
                <a:ea typeface="+mn-ea"/>
                <a:cs typeface="Calibri" panose="020F0502020204030204" pitchFamily="34" charset="0"/>
              </a:rPr>
              <a:t>family of storage arrays is </a:t>
            </a:r>
            <a:r>
              <a:rPr lang="en-US">
                <a:cs typeface="Arial" charset="0"/>
              </a:rPr>
              <a:t>a full line of high-end enterprise storage platforms from EMC. The VMAX series </a:t>
            </a:r>
            <a:r>
              <a:rPr lang="en-US" kern="1200">
                <a:solidFill>
                  <a:schemeClr val="tx1"/>
                </a:solidFill>
                <a:effectLst/>
              </a:rPr>
              <a:t>provides block-based storage that delivers enterprise storage with scalability, performance, and availability to meet </a:t>
            </a:r>
            <a:r>
              <a:rPr lang="en-US"/>
              <a:t>the</a:t>
            </a:r>
            <a:r>
              <a:rPr lang="en-US" kern="1200">
                <a:solidFill>
                  <a:schemeClr val="tx1"/>
                </a:solidFill>
                <a:effectLst/>
              </a:rPr>
              <a:t> business requirements. The VMAX series is an innovative platform built around a scalable Virtual Matrix architecture to support the future storage growth demands of virtual data centers and cloud environments. It also supports multiple protocols for host connectivity. VMAX storage systems provide business continuity solution by supporting various local and remote replications.</a:t>
            </a:r>
          </a:p>
          <a:p>
            <a:pPr marL="0" marR="0" algn="l" defTabSz="914400" rtl="0" eaLnBrk="0" fontAlgn="base" latinLnBrk="0" hangingPunct="0">
              <a:spcAft>
                <a:spcPct val="0"/>
              </a:spcAft>
              <a:buClrTx/>
              <a:buSzTx/>
              <a:buFontTx/>
              <a:buNone/>
              <a:tabLst/>
              <a:defRPr/>
            </a:pPr>
            <a:r>
              <a:rPr lang="en-US"/>
              <a:t>The </a:t>
            </a:r>
            <a:r>
              <a:rPr lang="en-US" b="1"/>
              <a:t>EMC VNX</a:t>
            </a:r>
            <a:r>
              <a:rPr lang="en-US"/>
              <a:t> family is a group of products that provide a unified storage platform that consolidates block, file, and object access into one solution. The VNX series is built for small to medium-sized businesses and enterprises. It enables organizations to dynamically grow, share, and manage multi-protocol file systems and multi-protocol block storage access. The VNX operating environment enables Windows and UNIX/Linux users to share files using NFS and CIFS. It also supports FC, iSCSI, and </a:t>
            </a:r>
            <a:r>
              <a:rPr lang="en-US" err="1"/>
              <a:t>FCoE</a:t>
            </a:r>
            <a:r>
              <a:rPr lang="en-US"/>
              <a:t> access.</a:t>
            </a:r>
          </a:p>
          <a:p>
            <a:pPr marL="0" marR="0" algn="l" defTabSz="914400" rtl="0" eaLnBrk="0" fontAlgn="base" latinLnBrk="0" hangingPunct="0">
              <a:spcAft>
                <a:spcPct val="0"/>
              </a:spcAft>
              <a:buClrTx/>
              <a:buSzTx/>
              <a:buFontTx/>
              <a:buNone/>
              <a:tabLst/>
              <a:defRPr/>
            </a:pPr>
            <a:r>
              <a:rPr lang="en-US" sz="1000" b="1" i="0" kern="1200" baseline="0">
                <a:solidFill>
                  <a:schemeClr val="tx1"/>
                </a:solidFill>
                <a:effectLst/>
              </a:rPr>
              <a:t>EMC ECS Appliance </a:t>
            </a:r>
            <a:r>
              <a:rPr lang="en-US" sz="1000" b="0" i="0" kern="1200" baseline="0">
                <a:solidFill>
                  <a:schemeClr val="tx1"/>
                </a:solidFill>
                <a:effectLst/>
              </a:rPr>
              <a:t>is a hyper-scale storage infrastructure that provides </a:t>
            </a:r>
            <a:r>
              <a:rPr lang="en-US" sz="1000" kern="1200">
                <a:solidFill>
                  <a:schemeClr val="tx1"/>
                </a:solidFill>
                <a:effectLst/>
                <a:latin typeface="+mn-lt"/>
                <a:ea typeface="+mn-ea"/>
                <a:cs typeface="Calibri" panose="020F0502020204030204" pitchFamily="34" charset="0"/>
              </a:rPr>
              <a:t>universal protocol support in a single,</a:t>
            </a:r>
            <a:r>
              <a:rPr lang="en-US" sz="1000" kern="1200" baseline="0">
                <a:solidFill>
                  <a:schemeClr val="tx1"/>
                </a:solidFill>
                <a:effectLst/>
                <a:latin typeface="+mn-lt"/>
                <a:ea typeface="+mn-ea"/>
                <a:cs typeface="Calibri" panose="020F0502020204030204" pitchFamily="34" charset="0"/>
              </a:rPr>
              <a:t> highly-available</a:t>
            </a:r>
            <a:r>
              <a:rPr lang="en-US" sz="1000" kern="1200">
                <a:solidFill>
                  <a:schemeClr val="tx1"/>
                </a:solidFill>
                <a:effectLst/>
                <a:latin typeface="+mn-lt"/>
                <a:ea typeface="+mn-ea"/>
                <a:cs typeface="Calibri" panose="020F0502020204030204" pitchFamily="34" charset="0"/>
              </a:rPr>
              <a:t> platform for block, file, object, and Hadoop</a:t>
            </a:r>
            <a:r>
              <a:rPr lang="en-US" sz="1000" kern="1200" baseline="0">
                <a:solidFill>
                  <a:schemeClr val="tx1"/>
                </a:solidFill>
                <a:effectLst/>
                <a:latin typeface="+mn-lt"/>
                <a:ea typeface="+mn-ea"/>
                <a:cs typeface="Calibri" panose="020F0502020204030204" pitchFamily="34" charset="0"/>
              </a:rPr>
              <a:t> Distributed File System (</a:t>
            </a:r>
            <a:r>
              <a:rPr lang="en-US" sz="1000" kern="1200">
                <a:solidFill>
                  <a:schemeClr val="tx1"/>
                </a:solidFill>
                <a:effectLst/>
                <a:latin typeface="+mn-lt"/>
                <a:ea typeface="+mn-ea"/>
                <a:cs typeface="Calibri" panose="020F0502020204030204" pitchFamily="34" charset="0"/>
              </a:rPr>
              <a:t>HDFS)</a:t>
            </a:r>
            <a:r>
              <a:rPr lang="en-US" sz="1000" kern="1200" baseline="0">
                <a:solidFill>
                  <a:schemeClr val="tx1"/>
                </a:solidFill>
                <a:effectLst/>
                <a:latin typeface="+mn-lt"/>
                <a:ea typeface="+mn-ea"/>
                <a:cs typeface="Calibri" panose="020F0502020204030204" pitchFamily="34" charset="0"/>
              </a:rPr>
              <a:t> storage</a:t>
            </a:r>
            <a:r>
              <a:rPr lang="en-US" sz="1000" kern="1200">
                <a:solidFill>
                  <a:schemeClr val="tx1"/>
                </a:solidFill>
                <a:effectLst/>
                <a:latin typeface="+mn-lt"/>
                <a:ea typeface="+mn-ea"/>
                <a:cs typeface="Calibri" panose="020F0502020204030204" pitchFamily="34" charset="0"/>
              </a:rPr>
              <a:t>. ECS Appliance enables cloud providers to deliver competitive cloud storage services at scale.</a:t>
            </a:r>
            <a:r>
              <a:rPr lang="en-US" sz="1000" kern="1200" baseline="0">
                <a:solidFill>
                  <a:schemeClr val="tx1"/>
                </a:solidFill>
                <a:effectLst/>
                <a:latin typeface="+mn-lt"/>
                <a:ea typeface="+mn-ea"/>
                <a:cs typeface="Calibri" panose="020F0502020204030204" pitchFamily="34" charset="0"/>
              </a:rPr>
              <a:t> It provides geo-efficient protection, multi-tenancy, self-service portal, and detailed metering capabilities and enables scaling to Exabyte levels. </a:t>
            </a:r>
            <a:r>
              <a:rPr lang="en-US" sz="1000" kern="1200">
                <a:solidFill>
                  <a:schemeClr val="tx1"/>
                </a:solidFill>
                <a:effectLst/>
                <a:latin typeface="+mn-lt"/>
                <a:ea typeface="+mn-ea"/>
                <a:cs typeface="Calibri" panose="020F0502020204030204" pitchFamily="34" charset="0"/>
              </a:rPr>
              <a:t>ECS provides a single platform for all </a:t>
            </a:r>
            <a:r>
              <a:rPr lang="en-US"/>
              <a:t>web</a:t>
            </a:r>
            <a:r>
              <a:rPr lang="en-US" sz="1000" kern="1200">
                <a:solidFill>
                  <a:schemeClr val="tx1"/>
                </a:solidFill>
                <a:effectLst/>
                <a:latin typeface="+mn-lt"/>
                <a:ea typeface="+mn-ea"/>
                <a:cs typeface="Calibri" panose="020F0502020204030204" pitchFamily="34" charset="0"/>
              </a:rPr>
              <a:t>, mobile, Big Data, and social media applications. </a:t>
            </a:r>
            <a:r>
              <a:rPr lang="en-US" sz="1000" kern="1200" baseline="0">
                <a:solidFill>
                  <a:schemeClr val="tx1"/>
                </a:solidFill>
                <a:effectLst/>
                <a:latin typeface="+mn-lt"/>
                <a:ea typeface="+mn-ea"/>
                <a:cs typeface="Calibri" panose="020F0502020204030204" pitchFamily="34" charset="0"/>
              </a:rPr>
              <a:t>There are two types of data services within ECS: Block Data Services and Unstructured Data Services </a:t>
            </a:r>
            <a:r>
              <a:rPr lang="en-US" sz="1000" kern="1200">
                <a:solidFill>
                  <a:schemeClr val="tx1"/>
                </a:solidFill>
                <a:effectLst/>
                <a:latin typeface="+mn-lt"/>
                <a:ea typeface="+mn-ea"/>
                <a:cs typeface="Calibri" panose="020F0502020204030204" pitchFamily="34" charset="0"/>
              </a:rPr>
              <a:t>that support unstructured, block</a:t>
            </a:r>
            <a:r>
              <a:rPr lang="en-US" sz="1000" kern="1200">
                <a:effectLst/>
                <a:latin typeface="+mn-lt"/>
                <a:ea typeface="+mn-ea"/>
                <a:cs typeface="Calibri" panose="020F0502020204030204" pitchFamily="34" charset="0"/>
              </a:rPr>
              <a:t>,</a:t>
            </a:r>
            <a:r>
              <a:rPr lang="en-US" sz="1000" kern="1200">
                <a:solidFill>
                  <a:schemeClr val="tx1"/>
                </a:solidFill>
                <a:effectLst/>
                <a:latin typeface="+mn-lt"/>
                <a:ea typeface="+mn-ea"/>
                <a:cs typeface="Calibri" panose="020F0502020204030204" pitchFamily="34" charset="0"/>
              </a:rPr>
              <a:t> and mixed use cases.</a:t>
            </a:r>
            <a:endParaRPr lang="en-US" sz="1000" b="0" i="0" kern="1200" baseline="0">
              <a:solidFill>
                <a:schemeClr val="tx1"/>
              </a:solidFill>
              <a:effectLst/>
            </a:endParaRP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Physical Layer</a:t>
            </a:r>
          </a:p>
        </p:txBody>
      </p:sp>
    </p:spTree>
    <p:extLst>
      <p:ext uri="{BB962C8B-B14F-4D97-AF65-F5344CB8AC3E}">
        <p14:creationId xmlns:p14="http://schemas.microsoft.com/office/powerpoint/2010/main" val="61923815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b="1"/>
              <a:t>EMC </a:t>
            </a:r>
            <a:r>
              <a:rPr lang="en-US" b="1" err="1"/>
              <a:t>Isilon</a:t>
            </a:r>
            <a:r>
              <a:rPr lang="en-US"/>
              <a:t> is a scale-out NAS storage product family </a:t>
            </a:r>
            <a:r>
              <a:rPr lang="en-US" sz="1000" b="0" i="0" kern="1200">
                <a:solidFill>
                  <a:schemeClr val="tx1"/>
                </a:solidFill>
                <a:effectLst/>
              </a:rPr>
              <a:t>powered by the </a:t>
            </a:r>
            <a:r>
              <a:rPr lang="en-US" sz="1000" b="0" i="0" kern="1200" err="1">
                <a:solidFill>
                  <a:schemeClr val="tx1"/>
                </a:solidFill>
                <a:effectLst/>
              </a:rPr>
              <a:t>OneFS</a:t>
            </a:r>
            <a:r>
              <a:rPr lang="en-US" sz="1000" b="0" i="0" kern="1200">
                <a:solidFill>
                  <a:schemeClr val="tx1"/>
                </a:solidFill>
                <a:effectLst/>
              </a:rPr>
              <a:t> operating environment.</a:t>
            </a:r>
            <a:r>
              <a:rPr lang="en-US" baseline="0"/>
              <a:t> </a:t>
            </a:r>
            <a:r>
              <a:rPr lang="en-US" baseline="0" err="1"/>
              <a:t>Isilon</a:t>
            </a:r>
            <a:r>
              <a:rPr lang="en-US"/>
              <a:t> enables pooling multiple nodes together to construct a clustered NAS system. </a:t>
            </a:r>
            <a:r>
              <a:rPr lang="en-US" err="1"/>
              <a:t>OneFS</a:t>
            </a:r>
            <a:r>
              <a:rPr lang="en-US"/>
              <a:t> is the operating environment that creates a single file system that spans across all nodes in an </a:t>
            </a:r>
            <a:r>
              <a:rPr lang="en-US" err="1"/>
              <a:t>Isilon</a:t>
            </a:r>
            <a:r>
              <a:rPr lang="en-US"/>
              <a:t> cluster. EMC </a:t>
            </a:r>
            <a:r>
              <a:rPr lang="en-US" err="1"/>
              <a:t>Isilon</a:t>
            </a:r>
            <a:r>
              <a:rPr lang="en-US"/>
              <a:t> provides the capability to manage and store large (petabyte-scale), high-growth data in a single system with the flexibility to meet a broad range of performance requirements. </a:t>
            </a:r>
          </a:p>
          <a:p>
            <a:r>
              <a:rPr lang="en-US" b="1"/>
              <a:t>EMC </a:t>
            </a:r>
            <a:r>
              <a:rPr lang="en-US" b="1" err="1"/>
              <a:t>Atmos</a:t>
            </a:r>
            <a:r>
              <a:rPr lang="en-US"/>
              <a:t> is a cloud storage platform for enterprises and service providers to deploy public, private, or hybrid cloud storage. It enables</a:t>
            </a:r>
            <a:r>
              <a:rPr lang="en-US" baseline="0"/>
              <a:t> to </a:t>
            </a:r>
            <a:r>
              <a:rPr lang="en-US"/>
              <a:t>store, manage, and protect globally distributed, unstructured content at scale. </a:t>
            </a:r>
            <a:r>
              <a:rPr lang="en-US" err="1"/>
              <a:t>Atmos</a:t>
            </a:r>
            <a:r>
              <a:rPr lang="en-US"/>
              <a:t> is a scale-out object architecture that stores data as objects with the</a:t>
            </a:r>
            <a:r>
              <a:rPr lang="en-US">
                <a:solidFill>
                  <a:srgbClr val="FFC000"/>
                </a:solidFill>
              </a:rPr>
              <a:t> </a:t>
            </a:r>
            <a:r>
              <a:rPr lang="en-US"/>
              <a:t>associated metadata. It enables storage to be scaled out without</a:t>
            </a:r>
            <a:r>
              <a:rPr lang="en-US" baseline="0"/>
              <a:t> the </a:t>
            </a:r>
            <a:r>
              <a:rPr lang="en-US"/>
              <a:t>need to rewrite applications. Some of the key cloud features of </a:t>
            </a:r>
            <a:r>
              <a:rPr lang="en-US" err="1"/>
              <a:t>Atmos</a:t>
            </a:r>
            <a:r>
              <a:rPr lang="en-US"/>
              <a:t> include a global namespace, REST API-driven storage, multi-tenancy, self-service, and metering and chargeback.</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Physical Layer</a:t>
            </a:r>
          </a:p>
        </p:txBody>
      </p:sp>
    </p:spTree>
    <p:extLst>
      <p:ext uri="{BB962C8B-B14F-4D97-AF65-F5344CB8AC3E}">
        <p14:creationId xmlns:p14="http://schemas.microsoft.com/office/powerpoint/2010/main" val="172170750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pPr defTabSz="914400" eaLnBrk="0" fontAlgn="base" hangingPunct="0">
              <a:defRPr/>
            </a:pPr>
            <a:r>
              <a:rPr lang="en-US" b="1"/>
              <a:t>EMC </a:t>
            </a:r>
            <a:r>
              <a:rPr lang="en-US" b="1" err="1"/>
              <a:t>XtremIO</a:t>
            </a:r>
            <a:r>
              <a:rPr lang="en-US" b="1"/>
              <a:t> </a:t>
            </a:r>
            <a:r>
              <a:rPr lang="en-US"/>
              <a:t>is an all-flash, block-based, scale-out enterprise storage array that provides substantial improvements to I/O performance. It is purpose-built to leverage flash media and delivers new levels of real-world performance, administrative ease, and advanced data services for applications. It uses a scale-out clustered design that grows capacity and performance linearly to meet any requirement. </a:t>
            </a:r>
            <a:r>
              <a:rPr lang="en-US" err="1"/>
              <a:t>XtremIO</a:t>
            </a:r>
            <a:r>
              <a:rPr lang="en-US"/>
              <a:t> arrays are created from building blocks called "X-Bricks" that are each a high-availability, high-performance, fully active/active storage system with no single point of failure. </a:t>
            </a:r>
            <a:r>
              <a:rPr lang="en-US" err="1"/>
              <a:t>XtremIO's</a:t>
            </a:r>
            <a:r>
              <a:rPr lang="en-US"/>
              <a:t> powerful operating system, XIOS, manages the </a:t>
            </a:r>
            <a:r>
              <a:rPr lang="en-US" err="1"/>
              <a:t>XtremIO</a:t>
            </a:r>
            <a:r>
              <a:rPr lang="en-US"/>
              <a:t> storage cluster. XIOS ensures that the system remains balanced and always delivers the highest levels of performance with no administrator intervention. </a:t>
            </a:r>
            <a:r>
              <a:rPr lang="en-US" err="1"/>
              <a:t>XtremIO</a:t>
            </a:r>
            <a:r>
              <a:rPr lang="en-US"/>
              <a:t> helps the administrators to become more efficient by enabling</a:t>
            </a:r>
            <a:r>
              <a:rPr lang="en-US" baseline="0"/>
              <a:t> system configuration in a few clicks, </a:t>
            </a:r>
            <a:r>
              <a:rPr lang="en-US"/>
              <a:t>provisioning storage in seconds, and monitoring the environment with real-time metrics.</a:t>
            </a:r>
          </a:p>
          <a:p>
            <a:pPr marL="0" marR="0" indent="0" algn="l" defTabSz="914400" rtl="0" eaLnBrk="0" fontAlgn="base" latinLnBrk="0" hangingPunct="0">
              <a:buClrTx/>
              <a:buSzTx/>
              <a:buFontTx/>
              <a:buNone/>
              <a:tabLst/>
              <a:defRPr/>
            </a:pPr>
            <a:r>
              <a:rPr lang="en-US"/>
              <a:t>The </a:t>
            </a:r>
            <a:r>
              <a:rPr lang="en-US" b="1"/>
              <a:t>EMC </a:t>
            </a:r>
            <a:r>
              <a:rPr lang="en-US" b="1" err="1"/>
              <a:t>Connectrix</a:t>
            </a:r>
            <a:r>
              <a:rPr lang="en-US" b="1"/>
              <a:t> </a:t>
            </a:r>
            <a:r>
              <a:rPr lang="en-US"/>
              <a:t>family is a group of networked storage connectivity products. EMC offers the following connectivity products under the </a:t>
            </a:r>
            <a:r>
              <a:rPr lang="en-US" err="1"/>
              <a:t>Connectrix</a:t>
            </a:r>
            <a:r>
              <a:rPr lang="en-US"/>
              <a:t> brand:</a:t>
            </a:r>
          </a:p>
          <a:p>
            <a:pPr marL="171450" indent="-171450">
              <a:buFont typeface="Arial" pitchFamily="34" charset="0"/>
              <a:buChar char="•"/>
            </a:pPr>
            <a:r>
              <a:rPr lang="en-US"/>
              <a:t>Enterprise directors: Ideal </a:t>
            </a:r>
            <a:r>
              <a:rPr lang="en-US" sz="1000" kern="1200">
                <a:effectLst/>
              </a:rPr>
              <a:t>for large enterprise connectivity. Offer high port density and high component redundancy. Deployed in high-availability or large-scale environments </a:t>
            </a:r>
            <a:endParaRPr lang="en-US"/>
          </a:p>
          <a:p>
            <a:pPr marL="171450" indent="-171450">
              <a:buFont typeface="Arial" pitchFamily="34" charset="0"/>
              <a:buChar char="•"/>
            </a:pPr>
            <a:r>
              <a:rPr lang="en-US"/>
              <a:t>Departmental switches: D</a:t>
            </a:r>
            <a:r>
              <a:rPr lang="en-US" sz="1000" kern="1200">
                <a:effectLst/>
              </a:rPr>
              <a:t>esigned to meet workgroup-level, </a:t>
            </a:r>
            <a:r>
              <a:rPr lang="en-US" sz="1000" kern="1200">
                <a:solidFill>
                  <a:schemeClr val="tx1"/>
                </a:solidFill>
                <a:effectLst/>
              </a:rPr>
              <a:t>department-level, and enterprise-level requirements. Provide high availability through features such as non-disruptive software and port upgrade, and redundant and hot-swappable components</a:t>
            </a:r>
            <a:endParaRPr lang="en-US"/>
          </a:p>
          <a:p>
            <a:pPr marL="171450" indent="-171450">
              <a:buFont typeface="Arial" pitchFamily="34" charset="0"/>
              <a:buChar char="•"/>
            </a:pPr>
            <a:r>
              <a:rPr lang="en-US"/>
              <a:t>Multi-purpose switches: S</a:t>
            </a:r>
            <a:r>
              <a:rPr lang="en-US" kern="1200">
                <a:solidFill>
                  <a:schemeClr val="tx1"/>
                </a:solidFill>
                <a:effectLst/>
              </a:rPr>
              <a:t>upport various protocols such as FC, iSCSI, FCIP, </a:t>
            </a:r>
            <a:r>
              <a:rPr lang="en-US" kern="1200" err="1">
                <a:solidFill>
                  <a:schemeClr val="tx1"/>
                </a:solidFill>
                <a:effectLst/>
              </a:rPr>
              <a:t>FCoE</a:t>
            </a:r>
            <a:r>
              <a:rPr lang="en-US" kern="1200">
                <a:solidFill>
                  <a:schemeClr val="tx1"/>
                </a:solidFill>
                <a:effectLst/>
              </a:rPr>
              <a:t>, and FICON. Include </a:t>
            </a:r>
            <a:r>
              <a:rPr lang="en-US" kern="1200" err="1">
                <a:solidFill>
                  <a:schemeClr val="tx1"/>
                </a:solidFill>
                <a:effectLst/>
              </a:rPr>
              <a:t>FCoE</a:t>
            </a:r>
            <a:r>
              <a:rPr lang="en-US" kern="1200">
                <a:solidFill>
                  <a:schemeClr val="tx1"/>
                </a:solidFill>
                <a:effectLst/>
              </a:rPr>
              <a:t> switches, FCIP gateways, and iSCSI gateways. Multiprotocol capabilities offer many benefits, including long-distance SAN extension, greater resource sharing, and simplified management.</a:t>
            </a: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Physical Layer</a:t>
            </a:r>
          </a:p>
        </p:txBody>
      </p:sp>
    </p:spTree>
    <p:extLst>
      <p:ext uri="{BB962C8B-B14F-4D97-AF65-F5344CB8AC3E}">
        <p14:creationId xmlns:p14="http://schemas.microsoft.com/office/powerpoint/2010/main" val="172170750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r>
              <a:rPr lang="en-US"/>
              <a:t>This module covered the key components of a compute system and the common types of physical compute systems: tower, rack-mounted, and blade. This module also covered the common types of persistent storage devices, the different RAID techniques (striping, mirroring, and parity), and the types of storage system architectures: block-based, file-based, object-based, and unified storage systems. Finally, this module covered compute-to-compute communication, compute-to-storage communication (SAN), and SAN classification: FC SAN, IP SAN, and </a:t>
            </a:r>
            <a:r>
              <a:rPr lang="en-US" err="1"/>
              <a:t>FCoE</a:t>
            </a:r>
            <a:r>
              <a:rPr lang="en-US"/>
              <a:t> SAN. Finally, this module covered inter-cloud communication.</a:t>
            </a:r>
          </a:p>
        </p:txBody>
      </p:sp>
      <p:sp>
        <p:nvSpPr>
          <p:cNvPr id="4" name="Footer Placeholder 3"/>
          <p:cNvSpPr>
            <a:spLocks noGrp="1"/>
          </p:cNvSpPr>
          <p:nvPr>
            <p:ph type="ftr" sz="quarter" idx="10"/>
          </p:nvPr>
        </p:nvSpPr>
        <p:spPr>
          <a:xfrm>
            <a:off x="2209800" y="8984259"/>
            <a:ext cx="4210202" cy="159741"/>
          </a:xfrm>
          <a:prstGeom prst="rect">
            <a:avLst/>
          </a:prstGeom>
        </p:spPr>
        <p:txBody>
          <a:bodyPr/>
          <a:lstStyle/>
          <a:p>
            <a:pPr algn="r"/>
            <a:r>
              <a:rPr lang="en-US"/>
              <a:t>Module: Physical Layer</a:t>
            </a:r>
          </a:p>
        </p:txBody>
      </p:sp>
    </p:spTree>
    <p:extLst>
      <p:ext uri="{BB962C8B-B14F-4D97-AF65-F5344CB8AC3E}">
        <p14:creationId xmlns:p14="http://schemas.microsoft.com/office/powerpoint/2010/main" val="219930704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8863" y="685800"/>
            <a:ext cx="4740275" cy="2667000"/>
          </a:xfrm>
        </p:spPr>
      </p:sp>
      <p:sp>
        <p:nvSpPr>
          <p:cNvPr id="3" name="Notes Placeholder 2"/>
          <p:cNvSpPr>
            <a:spLocks noGrp="1"/>
          </p:cNvSpPr>
          <p:nvPr>
            <p:ph type="body" idx="1"/>
          </p:nvPr>
        </p:nvSpPr>
        <p:spPr/>
        <p:txBody>
          <a:bodyPr/>
          <a:lstStyle/>
          <a:p>
            <a:pPr defTabSz="914400" eaLnBrk="0" fontAlgn="base" hangingPunct="0">
              <a:defRPr/>
            </a:pPr>
            <a:endParaRPr lang="en-US" kern="1200">
              <a:solidFill>
                <a:schemeClr val="tx1"/>
              </a:solidFill>
              <a:effectLst/>
            </a:endParaRPr>
          </a:p>
        </p:txBody>
      </p:sp>
      <p:sp>
        <p:nvSpPr>
          <p:cNvPr id="5" name="Footer Placeholder 3"/>
          <p:cNvSpPr>
            <a:spLocks noGrp="1"/>
          </p:cNvSpPr>
          <p:nvPr>
            <p:ph type="ftr" sz="quarter" idx="4"/>
          </p:nvPr>
        </p:nvSpPr>
        <p:spPr>
          <a:xfrm>
            <a:off x="2209800" y="8984259"/>
            <a:ext cx="4210202" cy="159741"/>
          </a:xfrm>
          <a:prstGeom prst="rect">
            <a:avLst/>
          </a:prstGeom>
        </p:spPr>
        <p:txBody>
          <a:bodyPr/>
          <a:lstStyle/>
          <a:p>
            <a:pPr algn="r"/>
            <a:r>
              <a:rPr lang="en-US"/>
              <a:t>Module: Physical Layer</a:t>
            </a:r>
          </a:p>
        </p:txBody>
      </p:sp>
    </p:spTree>
    <p:extLst>
      <p:ext uri="{BB962C8B-B14F-4D97-AF65-F5344CB8AC3E}">
        <p14:creationId xmlns:p14="http://schemas.microsoft.com/office/powerpoint/2010/main" val="172170750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hyperlink" Target="http://emc.force.com/EducationSupport" TargetMode="External"/><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1.jpe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jpe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age">
    <p:spTree>
      <p:nvGrpSpPr>
        <p:cNvPr id="1" name=""/>
        <p:cNvGrpSpPr/>
        <p:nvPr/>
      </p:nvGrpSpPr>
      <p:grpSpPr>
        <a:xfrm>
          <a:off x="0" y="0"/>
          <a:ext cx="0" cy="0"/>
          <a:chOff x="0" y="0"/>
          <a:chExt cx="0" cy="0"/>
        </a:xfrm>
      </p:grpSpPr>
      <p:sp>
        <p:nvSpPr>
          <p:cNvPr id="2" name="Title 1"/>
          <p:cNvSpPr>
            <a:spLocks noGrp="1"/>
          </p:cNvSpPr>
          <p:nvPr>
            <p:ph type="ctrTitle"/>
          </p:nvPr>
        </p:nvSpPr>
        <p:spPr>
          <a:xfrm>
            <a:off x="1028804" y="1809750"/>
            <a:ext cx="6743596" cy="1194689"/>
          </a:xfrm>
          <a:prstGeom prst="rect">
            <a:avLst/>
          </a:prstGeom>
        </p:spPr>
        <p:txBody>
          <a:bodyPr lIns="0" tIns="0" rIns="0" bIns="0" anchor="b" anchorCtr="0"/>
          <a:lstStyle>
            <a:lvl1pPr algn="ctr">
              <a:lnSpc>
                <a:spcPct val="90000"/>
              </a:lnSpc>
              <a:defRPr sz="2800">
                <a:solidFill>
                  <a:schemeClr val="tx2"/>
                </a:solidFill>
                <a:latin typeface="+mn-lt"/>
              </a:defRPr>
            </a:lvl1pPr>
          </a:lstStyle>
          <a:p>
            <a:r>
              <a:rPr lang="en-US"/>
              <a:t>Click to edit Master title style</a:t>
            </a:r>
          </a:p>
        </p:txBody>
      </p:sp>
      <p:sp>
        <p:nvSpPr>
          <p:cNvPr id="3" name="Subtitle 2"/>
          <p:cNvSpPr>
            <a:spLocks noGrp="1"/>
          </p:cNvSpPr>
          <p:nvPr>
            <p:ph type="subTitle" idx="1"/>
          </p:nvPr>
        </p:nvSpPr>
        <p:spPr>
          <a:xfrm>
            <a:off x="1028805" y="3105150"/>
            <a:ext cx="6743595" cy="816769"/>
          </a:xfrm>
          <a:prstGeom prst="rect">
            <a:avLst/>
          </a:prstGeom>
        </p:spPr>
        <p:txBody>
          <a:bodyPr lIns="0" tIns="0" rIns="0" bIns="0"/>
          <a:lstStyle>
            <a:lvl1pPr marL="0" indent="0" algn="ctr">
              <a:buNone/>
              <a:defRPr sz="2400">
                <a:solidFill>
                  <a:schemeClr val="tx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10" name="Text Box 78"/>
          <p:cNvSpPr txBox="1">
            <a:spLocks noChangeArrowheads="1"/>
          </p:cNvSpPr>
          <p:nvPr userDrawn="1"/>
        </p:nvSpPr>
        <p:spPr bwMode="auto">
          <a:xfrm>
            <a:off x="5257800" y="4933950"/>
            <a:ext cx="2114550" cy="153988"/>
          </a:xfrm>
          <a:prstGeom prst="rect">
            <a:avLst/>
          </a:prstGeom>
          <a:noFill/>
          <a:ln w="9525">
            <a:noFill/>
            <a:miter lim="800000"/>
            <a:headEnd/>
            <a:tailEnd/>
          </a:ln>
        </p:spPr>
        <p:txBody>
          <a:bodyPr lIns="0" tIns="0" rIns="0" bIns="0">
            <a:spAutoFit/>
          </a:bodyPr>
          <a:lstStyle/>
          <a:p>
            <a:pPr algn="r">
              <a:spcBef>
                <a:spcPts val="600"/>
              </a:spcBef>
            </a:pPr>
            <a:r>
              <a:rPr lang="en-US" sz="1000">
                <a:solidFill>
                  <a:srgbClr val="10100F"/>
                </a:solidFill>
                <a:latin typeface="Calibri" pitchFamily="34" charset="0"/>
              </a:rPr>
              <a:t>Support Contact: </a:t>
            </a:r>
            <a:r>
              <a:rPr lang="en-US" sz="1000">
                <a:latin typeface="Calibri" pitchFamily="34" charset="0"/>
                <a:hlinkClick r:id="rId3"/>
              </a:rPr>
              <a:t>Education Services</a:t>
            </a:r>
            <a:endParaRPr lang="en-US" sz="1000">
              <a:latin typeface="Calibri" pitchFamily="34" charset="0"/>
            </a:endParaRPr>
          </a:p>
        </p:txBody>
      </p:sp>
      <p:pic>
        <p:nvPicPr>
          <p:cNvPr id="4" name="Picture 3"/>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686675" y="4086561"/>
            <a:ext cx="923925" cy="1080641"/>
          </a:xfrm>
          <a:prstGeom prst="rect">
            <a:avLst/>
          </a:prstGeom>
        </p:spPr>
      </p:pic>
    </p:spTree>
    <p:custDataLst>
      <p:tags r:id="rId1"/>
    </p:custDataLst>
    <p:extLst>
      <p:ext uri="{BB962C8B-B14F-4D97-AF65-F5344CB8AC3E}">
        <p14:creationId xmlns:p14="http://schemas.microsoft.com/office/powerpoint/2010/main" val="1201801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p>
        </p:txBody>
      </p:sp>
      <p:sp>
        <p:nvSpPr>
          <p:cNvPr id="5" name="Content Placeholder 4"/>
          <p:cNvSpPr>
            <a:spLocks noGrp="1"/>
          </p:cNvSpPr>
          <p:nvPr>
            <p:ph sz="quarter" idx="10"/>
          </p:nvPr>
        </p:nvSpPr>
        <p:spPr>
          <a:xfrm>
            <a:off x="379413" y="990600"/>
            <a:ext cx="8458200"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Physical Layer</a:t>
            </a:r>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39137832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odule Objectives and Summary">
    <p:bg>
      <p:bgPr>
        <a:blipFill dpi="0" rotWithShape="1">
          <a:blip r:embed="rId3">
            <a:lum/>
          </a:blip>
          <a:srcRect/>
          <a:stretch>
            <a:fillRect b="-2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3401" y="514350"/>
            <a:ext cx="8077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p>
        </p:txBody>
      </p:sp>
      <p:sp>
        <p:nvSpPr>
          <p:cNvPr id="5" name="Content Placeholder 4"/>
          <p:cNvSpPr>
            <a:spLocks noGrp="1"/>
          </p:cNvSpPr>
          <p:nvPr>
            <p:ph sz="quarter" idx="10"/>
          </p:nvPr>
        </p:nvSpPr>
        <p:spPr>
          <a:xfrm>
            <a:off x="533400" y="1123950"/>
            <a:ext cx="8077200" cy="29718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Physical Layer</a:t>
            </a:r>
          </a:p>
        </p:txBody>
      </p:sp>
      <p:pic>
        <p:nvPicPr>
          <p:cNvPr id="6" name="Picture 5"/>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32523292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esson Topics and Summary">
    <p:bg>
      <p:bgPr>
        <a:blipFill dpi="0" rotWithShape="1">
          <a:blip r:embed="rId3">
            <a:grayscl/>
          </a:blip>
          <a:srcRect/>
          <a:stretch>
            <a:fillRect b="-2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33401" y="514350"/>
            <a:ext cx="8077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p>
        </p:txBody>
      </p:sp>
      <p:sp>
        <p:nvSpPr>
          <p:cNvPr id="5" name="Content Placeholder 4"/>
          <p:cNvSpPr>
            <a:spLocks noGrp="1"/>
          </p:cNvSpPr>
          <p:nvPr>
            <p:ph sz="quarter" idx="10"/>
          </p:nvPr>
        </p:nvSpPr>
        <p:spPr>
          <a:xfrm>
            <a:off x="533400" y="1123950"/>
            <a:ext cx="8077200" cy="29718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Physical Layer</a:t>
            </a:r>
          </a:p>
        </p:txBody>
      </p:sp>
      <p:pic>
        <p:nvPicPr>
          <p:cNvPr id="6" name="Picture 5"/>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28951363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p>
        </p:txBody>
      </p:sp>
      <p:sp>
        <p:nvSpPr>
          <p:cNvPr id="5"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Physical Layer</a:t>
            </a:r>
          </a:p>
        </p:txBody>
      </p:sp>
      <p:pic>
        <p:nvPicPr>
          <p:cNvPr id="4" name="Picture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14662151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nd subtitle only">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a:t>Click to edit Master title style</a:t>
            </a:r>
          </a:p>
        </p:txBody>
      </p:sp>
      <p:sp>
        <p:nvSpPr>
          <p:cNvPr id="3" name="Subtitle 2"/>
          <p:cNvSpPr>
            <a:spLocks noGrp="1"/>
          </p:cNvSpPr>
          <p:nvPr>
            <p:ph type="subTitle" idx="1"/>
          </p:nvPr>
        </p:nvSpPr>
        <p:spPr>
          <a:xfrm>
            <a:off x="379413" y="703000"/>
            <a:ext cx="8449733" cy="302417"/>
          </a:xfrm>
          <a:prstGeom prst="rect">
            <a:avLst/>
          </a:prstGeom>
        </p:spPr>
        <p:txBody>
          <a:bodyPr lIns="0" tIns="0" rIns="0" bIns="0"/>
          <a:lstStyle>
            <a:lvl1pPr marL="0" indent="0" algn="l">
              <a:buNone/>
              <a:defRPr sz="2000">
                <a:solidFill>
                  <a:schemeClr val="tx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6"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Physical Layer</a:t>
            </a:r>
          </a:p>
        </p:txBody>
      </p:sp>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3835493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a:t>Click to edit Master title style</a:t>
            </a:r>
          </a:p>
        </p:txBody>
      </p:sp>
      <p:sp>
        <p:nvSpPr>
          <p:cNvPr id="5" name="Content Placeholder 4"/>
          <p:cNvSpPr>
            <a:spLocks noGrp="1"/>
          </p:cNvSpPr>
          <p:nvPr>
            <p:ph sz="quarter" idx="10"/>
          </p:nvPr>
        </p:nvSpPr>
        <p:spPr>
          <a:xfrm>
            <a:off x="379413" y="1295400"/>
            <a:ext cx="8458200" cy="31242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ubtitle 2"/>
          <p:cNvSpPr>
            <a:spLocks noGrp="1"/>
          </p:cNvSpPr>
          <p:nvPr>
            <p:ph type="subTitle" idx="1"/>
          </p:nvPr>
        </p:nvSpPr>
        <p:spPr>
          <a:xfrm>
            <a:off x="379413" y="703000"/>
            <a:ext cx="8449733" cy="302417"/>
          </a:xfrm>
          <a:prstGeom prst="rect">
            <a:avLst/>
          </a:prstGeom>
        </p:spPr>
        <p:txBody>
          <a:bodyPr lIns="0" tIns="0" rIns="0" bIns="0"/>
          <a:lstStyle>
            <a:lvl1pPr marL="0" indent="0" algn="l">
              <a:buNone/>
              <a:defRPr sz="2000">
                <a:solidFill>
                  <a:schemeClr val="tx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9"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Physical Layer</a:t>
            </a:r>
          </a:p>
        </p:txBody>
      </p:sp>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41641407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p>
        </p:txBody>
      </p:sp>
      <p:sp>
        <p:nvSpPr>
          <p:cNvPr id="5"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Physical Layer</a:t>
            </a:r>
          </a:p>
        </p:txBody>
      </p:sp>
      <p:pic>
        <p:nvPicPr>
          <p:cNvPr id="4" name="Picture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6" name="Table Placeholder 5"/>
          <p:cNvSpPr>
            <a:spLocks noGrp="1"/>
          </p:cNvSpPr>
          <p:nvPr>
            <p:ph type="tbl" sz="quarter" idx="12" hasCustomPrompt="1"/>
          </p:nvPr>
        </p:nvSpPr>
        <p:spPr>
          <a:xfrm>
            <a:off x="381000" y="819150"/>
            <a:ext cx="8458200" cy="3538648"/>
          </a:xfrm>
          <a:prstGeom prst="rect">
            <a:avLst/>
          </a:prstGeom>
        </p:spPr>
        <p:txBody>
          <a:bodyPr anchor="ctr">
            <a:normAutofit/>
          </a:bodyPr>
          <a:lstStyle>
            <a:lvl1pPr>
              <a:buNone/>
              <a:defRPr sz="1600" baseline="0"/>
            </a:lvl1pPr>
          </a:lstStyle>
          <a:p>
            <a:pPr lvl="0"/>
            <a:r>
              <a:rPr lang="en-US" noProof="0"/>
              <a:t> Click icon to add table</a:t>
            </a:r>
          </a:p>
          <a:p>
            <a:pPr lvl="0"/>
            <a:endParaRPr lang="en-US" noProof="0"/>
          </a:p>
        </p:txBody>
      </p:sp>
    </p:spTree>
    <p:custDataLst>
      <p:tags r:id="rId1"/>
    </p:custDataLst>
    <p:extLst>
      <p:ext uri="{BB962C8B-B14F-4D97-AF65-F5344CB8AC3E}">
        <p14:creationId xmlns:p14="http://schemas.microsoft.com/office/powerpoint/2010/main" val="5395087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Content, graphic area on left">
    <p:spTree>
      <p:nvGrpSpPr>
        <p:cNvPr id="1" name=""/>
        <p:cNvGrpSpPr/>
        <p:nvPr/>
      </p:nvGrpSpPr>
      <p:grpSpPr>
        <a:xfrm>
          <a:off x="0" y="0"/>
          <a:ext cx="0" cy="0"/>
          <a:chOff x="0" y="0"/>
          <a:chExt cx="0" cy="0"/>
        </a:xfrm>
      </p:grpSpPr>
      <p:sp>
        <p:nvSpPr>
          <p:cNvPr id="2" name="Title 1"/>
          <p:cNvSpPr>
            <a:spLocks noGrp="1"/>
          </p:cNvSpPr>
          <p:nvPr>
            <p:ph type="ctrTitle"/>
          </p:nvPr>
        </p:nvSpPr>
        <p:spPr>
          <a:xfrm>
            <a:off x="391794"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p>
        </p:txBody>
      </p:sp>
      <p:sp>
        <p:nvSpPr>
          <p:cNvPr id="5" name="Content Placeholder 4"/>
          <p:cNvSpPr>
            <a:spLocks noGrp="1"/>
          </p:cNvSpPr>
          <p:nvPr>
            <p:ph sz="quarter" idx="10"/>
          </p:nvPr>
        </p:nvSpPr>
        <p:spPr>
          <a:xfrm>
            <a:off x="2743200" y="990599"/>
            <a:ext cx="6096000" cy="3429000"/>
          </a:xfrm>
          <a:prstGeom prst="rect">
            <a:avLst/>
          </a:prstGeom>
        </p:spPr>
        <p:txBody>
          <a:bodyPr vert="horz" lIns="0" tIns="0" rIns="0" bIns="0"/>
          <a:lstStyle>
            <a:lvl1pPr marL="228600" indent="-228600">
              <a:spcBef>
                <a:spcPts val="1200"/>
              </a:spcBef>
              <a:buClr>
                <a:schemeClr val="tx2"/>
              </a:buClr>
              <a:defRPr sz="2000">
                <a:solidFill>
                  <a:schemeClr val="tx1"/>
                </a:solidFill>
                <a:latin typeface="+mn-lt"/>
              </a:defRPr>
            </a:lvl1pPr>
            <a:lvl2pPr>
              <a:spcBef>
                <a:spcPts val="300"/>
              </a:spcBef>
              <a:buClr>
                <a:schemeClr val="tx2"/>
              </a:buClr>
              <a:defRPr sz="1800">
                <a:solidFill>
                  <a:schemeClr val="tx1"/>
                </a:solidFill>
                <a:latin typeface="+mn-lt"/>
              </a:defRPr>
            </a:lvl2pPr>
            <a:lvl3pPr marL="1084263" indent="-169863">
              <a:spcBef>
                <a:spcPts val="300"/>
              </a:spcBef>
              <a:buClr>
                <a:schemeClr val="tx2"/>
              </a:buClr>
              <a:defRPr sz="1600">
                <a:solidFill>
                  <a:schemeClr val="tx1"/>
                </a:solidFill>
                <a:latin typeface="+mn-lt"/>
              </a:defRPr>
            </a:lvl3pPr>
            <a:lvl4pPr marL="1430338" indent="-168275">
              <a:spcBef>
                <a:spcPts val="300"/>
              </a:spcBef>
              <a:buClr>
                <a:schemeClr val="tx2"/>
              </a:buClr>
              <a:defRPr sz="1400">
                <a:solidFill>
                  <a:schemeClr val="tx1"/>
                </a:solidFill>
                <a:latin typeface="+mn-lt"/>
              </a:defRPr>
            </a:lvl4pPr>
            <a:lvl5pPr marL="1770063" indent="-169863">
              <a:spcBef>
                <a:spcPts val="300"/>
              </a:spcBef>
              <a:buClr>
                <a:schemeClr val="tx2"/>
              </a:buClr>
              <a:buFont typeface="Arial"/>
              <a:buChar char="•"/>
              <a:defRPr sz="120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2"/>
          <p:cNvSpPr>
            <a:spLocks noGrp="1"/>
          </p:cNvSpPr>
          <p:nvPr>
            <p:ph type="pic" idx="11"/>
          </p:nvPr>
        </p:nvSpPr>
        <p:spPr>
          <a:xfrm>
            <a:off x="381000" y="990600"/>
            <a:ext cx="2133600" cy="3429000"/>
          </a:xfrm>
          <a:prstGeom prst="rect">
            <a:avLst/>
          </a:prstGeom>
        </p:spPr>
        <p:txBody>
          <a:bodyPr/>
          <a:lstStyle>
            <a:lvl1pPr marL="0" indent="0">
              <a:buNone/>
              <a:defRPr sz="1800">
                <a:solidFill>
                  <a:schemeClr val="tx1"/>
                </a:solidFill>
                <a:latin typeface="+mn-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8"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Physical Layer</a:t>
            </a:r>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6158640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Subtitle, and Content with graphic area at lef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a:t>Click to edit Master title style</a:t>
            </a:r>
          </a:p>
        </p:txBody>
      </p:sp>
      <p:sp>
        <p:nvSpPr>
          <p:cNvPr id="5" name="Content Placeholder 4"/>
          <p:cNvSpPr>
            <a:spLocks noGrp="1"/>
          </p:cNvSpPr>
          <p:nvPr>
            <p:ph sz="quarter" idx="10"/>
          </p:nvPr>
        </p:nvSpPr>
        <p:spPr>
          <a:xfrm>
            <a:off x="2743200" y="1295399"/>
            <a:ext cx="6096000" cy="3124200"/>
          </a:xfrm>
          <a:prstGeom prst="rect">
            <a:avLst/>
          </a:prstGeom>
        </p:spPr>
        <p:txBody>
          <a:bodyPr vert="horz" lIns="0" tIns="0" rIns="0" bIns="0"/>
          <a:lstStyle>
            <a:lvl1pPr marL="228600" indent="-228600">
              <a:spcBef>
                <a:spcPts val="1200"/>
              </a:spcBef>
              <a:buClr>
                <a:schemeClr val="tx2"/>
              </a:buClr>
              <a:defRPr sz="18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2"/>
          <p:cNvSpPr>
            <a:spLocks noGrp="1"/>
          </p:cNvSpPr>
          <p:nvPr>
            <p:ph type="pic" idx="11"/>
          </p:nvPr>
        </p:nvSpPr>
        <p:spPr>
          <a:xfrm>
            <a:off x="381000" y="1295400"/>
            <a:ext cx="2133600" cy="3124200"/>
          </a:xfrm>
          <a:prstGeom prst="rect">
            <a:avLst/>
          </a:prstGeom>
        </p:spPr>
        <p:txBody>
          <a:bodyPr/>
          <a:lstStyle>
            <a:lvl1pPr marL="0" indent="0">
              <a:buNone/>
              <a:defRPr sz="18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7" name="Subtitle 2"/>
          <p:cNvSpPr>
            <a:spLocks noGrp="1"/>
          </p:cNvSpPr>
          <p:nvPr>
            <p:ph type="subTitle" idx="1"/>
          </p:nvPr>
        </p:nvSpPr>
        <p:spPr>
          <a:xfrm>
            <a:off x="379413" y="703000"/>
            <a:ext cx="8449733" cy="302417"/>
          </a:xfrm>
          <a:prstGeom prst="rect">
            <a:avLst/>
          </a:prstGeom>
        </p:spPr>
        <p:txBody>
          <a:bodyPr lIns="0" tIns="0" rIns="0" bIns="0"/>
          <a:lstStyle>
            <a:lvl1pPr marL="0" indent="0" algn="l">
              <a:buNone/>
              <a:defRPr sz="2000">
                <a:solidFill>
                  <a:schemeClr val="tx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9"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Physical Layer</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2785359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wo columns">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p>
        </p:txBody>
      </p:sp>
      <p:sp>
        <p:nvSpPr>
          <p:cNvPr id="5" name="Content Placeholder 4"/>
          <p:cNvSpPr>
            <a:spLocks noGrp="1"/>
          </p:cNvSpPr>
          <p:nvPr>
            <p:ph sz="quarter" idx="10"/>
          </p:nvPr>
        </p:nvSpPr>
        <p:spPr>
          <a:xfrm>
            <a:off x="379413" y="990600"/>
            <a:ext cx="4038600"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4"/>
          <p:cNvSpPr>
            <a:spLocks noGrp="1"/>
          </p:cNvSpPr>
          <p:nvPr>
            <p:ph sz="quarter" idx="11"/>
          </p:nvPr>
        </p:nvSpPr>
        <p:spPr>
          <a:xfrm>
            <a:off x="4800600" y="990600"/>
            <a:ext cx="4038600"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2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Physical Layer</a:t>
            </a:r>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14182477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 column lef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0"/>
            <a:ext cx="8458200" cy="457200"/>
          </a:xfrm>
          <a:prstGeom prst="rect">
            <a:avLst/>
          </a:prstGeom>
        </p:spPr>
        <p:txBody>
          <a:bodyPr lIns="0" tIns="0" rIns="0" bIns="0" anchor="t" anchorCtr="0"/>
          <a:lstStyle>
            <a:lvl1pPr algn="l" defTabSz="457200" rtl="0" eaLnBrk="1" latinLnBrk="0" hangingPunct="1">
              <a:lnSpc>
                <a:spcPct val="90000"/>
              </a:lnSpc>
              <a:spcBef>
                <a:spcPct val="0"/>
              </a:spcBef>
              <a:buNone/>
              <a:defRPr lang="en-US" sz="2800" kern="1200" dirty="0">
                <a:solidFill>
                  <a:schemeClr val="tx2"/>
                </a:solidFill>
                <a:latin typeface="+mj-lt"/>
                <a:ea typeface="+mj-ea"/>
                <a:cs typeface="+mj-cs"/>
              </a:defRPr>
            </a:lvl1pPr>
          </a:lstStyle>
          <a:p>
            <a:r>
              <a:rPr lang="en-US"/>
              <a:t>Click to edit Master title style</a:t>
            </a:r>
          </a:p>
        </p:txBody>
      </p:sp>
      <p:sp>
        <p:nvSpPr>
          <p:cNvPr id="5" name="Content Placeholder 4"/>
          <p:cNvSpPr>
            <a:spLocks noGrp="1"/>
          </p:cNvSpPr>
          <p:nvPr>
            <p:ph sz="quarter" idx="10"/>
          </p:nvPr>
        </p:nvSpPr>
        <p:spPr>
          <a:xfrm>
            <a:off x="379413" y="990600"/>
            <a:ext cx="4038600" cy="3429000"/>
          </a:xfrm>
          <a:prstGeom prst="rect">
            <a:avLst/>
          </a:prstGeom>
        </p:spPr>
        <p:txBody>
          <a:bodyPr vert="horz" lIns="0" tIns="0" rIns="0" bIns="0"/>
          <a:lstStyle>
            <a:lvl1pPr marL="228600" indent="-228600">
              <a:spcBef>
                <a:spcPts val="1200"/>
              </a:spcBef>
              <a:buClr>
                <a:schemeClr val="tx2"/>
              </a:buClr>
              <a:defRPr sz="2000">
                <a:solidFill>
                  <a:schemeClr val="tx1"/>
                </a:solidFill>
              </a:defRPr>
            </a:lvl1pPr>
            <a:lvl2pPr>
              <a:spcBef>
                <a:spcPts val="300"/>
              </a:spcBef>
              <a:buClr>
                <a:schemeClr val="tx2"/>
              </a:buClr>
              <a:defRPr sz="1800">
                <a:solidFill>
                  <a:schemeClr val="tx1"/>
                </a:solidFill>
              </a:defRPr>
            </a:lvl2pPr>
            <a:lvl3pPr marL="1084263" indent="-169863">
              <a:spcBef>
                <a:spcPts val="300"/>
              </a:spcBef>
              <a:buClr>
                <a:schemeClr val="tx2"/>
              </a:buClr>
              <a:defRPr sz="1600">
                <a:solidFill>
                  <a:schemeClr val="tx1"/>
                </a:solidFill>
              </a:defRPr>
            </a:lvl3pPr>
            <a:lvl4pPr marL="1430338" indent="-168275">
              <a:spcBef>
                <a:spcPts val="300"/>
              </a:spcBef>
              <a:buClr>
                <a:schemeClr val="tx2"/>
              </a:buClr>
              <a:defRPr sz="1400">
                <a:solidFill>
                  <a:schemeClr val="tx1"/>
                </a:solidFill>
              </a:defRPr>
            </a:lvl4pPr>
            <a:lvl5pPr marL="1770063" indent="-169863">
              <a:spcBef>
                <a:spcPts val="300"/>
              </a:spcBef>
              <a:buClr>
                <a:schemeClr val="tx2"/>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Physical Layer</a:t>
            </a:r>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24057688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 column right">
    <p:spTree>
      <p:nvGrpSpPr>
        <p:cNvPr id="1" name=""/>
        <p:cNvGrpSpPr/>
        <p:nvPr/>
      </p:nvGrpSpPr>
      <p:grpSpPr>
        <a:xfrm>
          <a:off x="0" y="0"/>
          <a:ext cx="0" cy="0"/>
          <a:chOff x="0" y="0"/>
          <a:chExt cx="0" cy="0"/>
        </a:xfrm>
      </p:grpSpPr>
      <p:sp>
        <p:nvSpPr>
          <p:cNvPr id="2"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a:t>Click to edit Master title style</a:t>
            </a:r>
          </a:p>
        </p:txBody>
      </p:sp>
      <p:sp>
        <p:nvSpPr>
          <p:cNvPr id="4" name="Content Placeholder 4"/>
          <p:cNvSpPr>
            <a:spLocks noGrp="1"/>
          </p:cNvSpPr>
          <p:nvPr>
            <p:ph sz="quarter" idx="11"/>
          </p:nvPr>
        </p:nvSpPr>
        <p:spPr>
          <a:xfrm>
            <a:off x="4800600" y="990600"/>
            <a:ext cx="4038600" cy="3429000"/>
          </a:xfrm>
          <a:prstGeom prst="rect">
            <a:avLst/>
          </a:prstGeom>
        </p:spPr>
        <p:txBody>
          <a:bodyPr vert="horz" lIns="0" tIns="0" rIns="0" bIns="0"/>
          <a:lstStyle>
            <a:lvl1pPr marL="228600" indent="-228600">
              <a:spcBef>
                <a:spcPts val="1200"/>
              </a:spcBef>
              <a:buClr>
                <a:schemeClr val="tx2"/>
              </a:buClr>
              <a:defRPr sz="2000">
                <a:solidFill>
                  <a:schemeClr val="tx1"/>
                </a:solidFill>
                <a:latin typeface="+mn-lt"/>
              </a:defRPr>
            </a:lvl1pPr>
            <a:lvl2pPr>
              <a:spcBef>
                <a:spcPts val="300"/>
              </a:spcBef>
              <a:buClr>
                <a:schemeClr val="tx2"/>
              </a:buClr>
              <a:defRPr sz="1800">
                <a:solidFill>
                  <a:schemeClr val="tx1"/>
                </a:solidFill>
                <a:latin typeface="+mn-lt"/>
              </a:defRPr>
            </a:lvl2pPr>
            <a:lvl3pPr marL="1084263" indent="-169863">
              <a:spcBef>
                <a:spcPts val="300"/>
              </a:spcBef>
              <a:buClr>
                <a:schemeClr val="tx2"/>
              </a:buClr>
              <a:defRPr sz="1600">
                <a:solidFill>
                  <a:schemeClr val="tx1"/>
                </a:solidFill>
                <a:latin typeface="+mn-lt"/>
              </a:defRPr>
            </a:lvl3pPr>
            <a:lvl4pPr marL="1430338" indent="-168275">
              <a:spcBef>
                <a:spcPts val="300"/>
              </a:spcBef>
              <a:buClr>
                <a:schemeClr val="tx2"/>
              </a:buClr>
              <a:defRPr sz="1400">
                <a:solidFill>
                  <a:schemeClr val="tx1"/>
                </a:solidFill>
                <a:latin typeface="+mn-lt"/>
              </a:defRPr>
            </a:lvl4pPr>
            <a:lvl5pPr marL="1770063" indent="-169863">
              <a:spcBef>
                <a:spcPts val="300"/>
              </a:spcBef>
              <a:buClr>
                <a:schemeClr val="tx2"/>
              </a:buClr>
              <a:buFont typeface="Arial"/>
              <a:buChar char="•"/>
              <a:defRPr sz="120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Physical Layer</a:t>
            </a:r>
          </a:p>
        </p:txBody>
      </p:sp>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36256082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wo columns with subtitles">
    <p:spTree>
      <p:nvGrpSpPr>
        <p:cNvPr id="1" name=""/>
        <p:cNvGrpSpPr/>
        <p:nvPr/>
      </p:nvGrpSpPr>
      <p:grpSpPr>
        <a:xfrm>
          <a:off x="0" y="0"/>
          <a:ext cx="0" cy="0"/>
          <a:chOff x="0" y="0"/>
          <a:chExt cx="0" cy="0"/>
        </a:xfrm>
      </p:grpSpPr>
      <p:sp>
        <p:nvSpPr>
          <p:cNvPr id="2" name="Title 1"/>
          <p:cNvSpPr>
            <a:spLocks noGrp="1"/>
          </p:cNvSpPr>
          <p:nvPr>
            <p:ph type="ctrTitle"/>
          </p:nvPr>
        </p:nvSpPr>
        <p:spPr>
          <a:xfrm>
            <a:off x="374338" y="228601"/>
            <a:ext cx="8458200" cy="457200"/>
          </a:xfrm>
          <a:prstGeom prst="rect">
            <a:avLst/>
          </a:prstGeom>
        </p:spPr>
        <p:txBody>
          <a:bodyPr lIns="0" tIns="0" rIns="0" bIns="0" anchor="t" anchorCtr="0"/>
          <a:lstStyle>
            <a:lvl1pPr algn="l">
              <a:lnSpc>
                <a:spcPct val="90000"/>
              </a:lnSpc>
              <a:defRPr sz="2800">
                <a:solidFill>
                  <a:schemeClr val="tx2"/>
                </a:solidFill>
              </a:defRPr>
            </a:lvl1pPr>
          </a:lstStyle>
          <a:p>
            <a:r>
              <a:rPr lang="en-US"/>
              <a:t>Click to edit Master title style</a:t>
            </a:r>
          </a:p>
        </p:txBody>
      </p:sp>
      <p:sp>
        <p:nvSpPr>
          <p:cNvPr id="5" name="Content Placeholder 4"/>
          <p:cNvSpPr>
            <a:spLocks noGrp="1"/>
          </p:cNvSpPr>
          <p:nvPr>
            <p:ph sz="quarter" idx="10" hasCustomPrompt="1"/>
          </p:nvPr>
        </p:nvSpPr>
        <p:spPr>
          <a:xfrm>
            <a:off x="374338" y="1011766"/>
            <a:ext cx="4038600" cy="3407833"/>
          </a:xfrm>
          <a:prstGeom prst="rect">
            <a:avLst/>
          </a:prstGeom>
        </p:spPr>
        <p:txBody>
          <a:bodyPr vert="horz" lIns="0" tIns="0" rIns="0" bIns="0"/>
          <a:lstStyle>
            <a:lvl1pPr marL="0" indent="0">
              <a:spcBef>
                <a:spcPts val="1200"/>
              </a:spcBef>
              <a:buClr>
                <a:schemeClr val="tx2"/>
              </a:buClr>
              <a:buNone/>
              <a:defRPr sz="2000">
                <a:solidFill>
                  <a:schemeClr val="tx2"/>
                </a:solidFill>
              </a:defRPr>
            </a:lvl1pPr>
            <a:lvl2pPr marL="169863" indent="-169863">
              <a:spcBef>
                <a:spcPts val="1200"/>
              </a:spcBef>
              <a:buClr>
                <a:schemeClr val="tx2"/>
              </a:buClr>
              <a:buFont typeface="Arial"/>
              <a:buChar char="•"/>
              <a:defRPr sz="1800">
                <a:solidFill>
                  <a:schemeClr val="tx1"/>
                </a:solidFill>
              </a:defRPr>
            </a:lvl2pPr>
            <a:lvl3pPr marL="515938" indent="-168275">
              <a:spcBef>
                <a:spcPts val="300"/>
              </a:spcBef>
              <a:buClr>
                <a:schemeClr val="tx2"/>
              </a:buClr>
              <a:buFont typeface="Lucida Grande"/>
              <a:buChar char="­"/>
              <a:defRPr sz="1400">
                <a:solidFill>
                  <a:schemeClr val="tx1"/>
                </a:solidFill>
              </a:defRPr>
            </a:lvl3pPr>
            <a:lvl4pPr marL="855663" indent="-169863">
              <a:spcBef>
                <a:spcPts val="300"/>
              </a:spcBef>
              <a:buClr>
                <a:schemeClr val="tx2"/>
              </a:buClr>
              <a:buFont typeface="Arial"/>
              <a:buChar char="•"/>
              <a:defRPr sz="1200">
                <a:solidFill>
                  <a:schemeClr val="tx1"/>
                </a:solidFill>
              </a:defRPr>
            </a:lvl4pPr>
            <a:lvl5pPr marL="1201738" indent="-168275">
              <a:spcBef>
                <a:spcPts val="300"/>
              </a:spcBef>
              <a:buClr>
                <a:schemeClr val="tx2"/>
              </a:buClr>
              <a:buFont typeface="Arial"/>
              <a:buChar cha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p:cNvSpPr>
            <a:spLocks noGrp="1"/>
          </p:cNvSpPr>
          <p:nvPr>
            <p:ph sz="quarter" idx="11" hasCustomPrompt="1"/>
          </p:nvPr>
        </p:nvSpPr>
        <p:spPr>
          <a:xfrm>
            <a:off x="4809067" y="1011766"/>
            <a:ext cx="4038600" cy="3407833"/>
          </a:xfrm>
          <a:prstGeom prst="rect">
            <a:avLst/>
          </a:prstGeom>
        </p:spPr>
        <p:txBody>
          <a:bodyPr vert="horz" lIns="0" tIns="0" rIns="0" bIns="0"/>
          <a:lstStyle>
            <a:lvl1pPr marL="0" indent="0">
              <a:spcBef>
                <a:spcPts val="1200"/>
              </a:spcBef>
              <a:buClr>
                <a:schemeClr val="tx2"/>
              </a:buClr>
              <a:buNone/>
              <a:defRPr sz="2000">
                <a:solidFill>
                  <a:schemeClr val="tx2"/>
                </a:solidFill>
              </a:defRPr>
            </a:lvl1pPr>
            <a:lvl2pPr marL="169863" indent="-169863">
              <a:spcBef>
                <a:spcPts val="1200"/>
              </a:spcBef>
              <a:buClr>
                <a:schemeClr val="tx2"/>
              </a:buClr>
              <a:buFont typeface="Arial"/>
              <a:buChar char="•"/>
              <a:defRPr sz="1800">
                <a:solidFill>
                  <a:schemeClr val="tx1"/>
                </a:solidFill>
              </a:defRPr>
            </a:lvl2pPr>
            <a:lvl3pPr marL="515938" indent="-168275">
              <a:spcBef>
                <a:spcPts val="300"/>
              </a:spcBef>
              <a:buClr>
                <a:schemeClr val="tx2"/>
              </a:buClr>
              <a:buFont typeface="Lucida Grande"/>
              <a:buChar char="­"/>
              <a:defRPr sz="1400">
                <a:solidFill>
                  <a:schemeClr val="tx1"/>
                </a:solidFill>
              </a:defRPr>
            </a:lvl3pPr>
            <a:lvl4pPr marL="855663" indent="-169863">
              <a:spcBef>
                <a:spcPts val="300"/>
              </a:spcBef>
              <a:buClr>
                <a:schemeClr val="tx2"/>
              </a:buClr>
              <a:buFont typeface="Arial"/>
              <a:buChar char="•"/>
              <a:defRPr sz="1200">
                <a:solidFill>
                  <a:schemeClr val="tx1"/>
                </a:solidFill>
              </a:defRPr>
            </a:lvl4pPr>
            <a:lvl5pPr marL="1201738" indent="-168275">
              <a:spcBef>
                <a:spcPts val="300"/>
              </a:spcBef>
              <a:buClr>
                <a:schemeClr val="tx2"/>
              </a:buClr>
              <a:buFont typeface="Arial"/>
              <a:buChar cha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Physical Layer</a:t>
            </a:r>
          </a:p>
        </p:txBody>
      </p:sp>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Tree>
    <p:custDataLst>
      <p:tags r:id="rId1"/>
    </p:custDataLst>
    <p:extLst>
      <p:ext uri="{BB962C8B-B14F-4D97-AF65-F5344CB8AC3E}">
        <p14:creationId xmlns:p14="http://schemas.microsoft.com/office/powerpoint/2010/main" val="4624580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lide left blank">
    <p:spTree>
      <p:nvGrpSpPr>
        <p:cNvPr id="1" name=""/>
        <p:cNvGrpSpPr/>
        <p:nvPr/>
      </p:nvGrpSpPr>
      <p:grpSpPr>
        <a:xfrm>
          <a:off x="0" y="0"/>
          <a:ext cx="0" cy="0"/>
          <a:chOff x="0" y="0"/>
          <a:chExt cx="0" cy="0"/>
        </a:xfrm>
      </p:grpSpPr>
      <p:sp>
        <p:nvSpPr>
          <p:cNvPr id="7" name="Footer Placeholder 4"/>
          <p:cNvSpPr>
            <a:spLocks noGrp="1"/>
          </p:cNvSpPr>
          <p:nvPr>
            <p:ph type="ftr" sz="quarter" idx="3"/>
          </p:nvPr>
        </p:nvSpPr>
        <p:spPr>
          <a:xfrm>
            <a:off x="2590800" y="4953000"/>
            <a:ext cx="5181600" cy="133350"/>
          </a:xfrm>
          <a:prstGeom prst="rect">
            <a:avLst/>
          </a:prstGeom>
        </p:spPr>
        <p:txBody>
          <a:bodyPr/>
          <a:lstStyle>
            <a:lvl1pPr>
              <a:defRPr sz="600" b="0">
                <a:solidFill>
                  <a:schemeClr val="bg2"/>
                </a:solidFill>
              </a:defRPr>
            </a:lvl1pPr>
          </a:lstStyle>
          <a:p>
            <a:pPr algn="r"/>
            <a:r>
              <a:rPr lang="en-US"/>
              <a:t>Module: Physical Layer</a:t>
            </a:r>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077200" y="4433998"/>
            <a:ext cx="606609" cy="709502"/>
          </a:xfrm>
          <a:prstGeom prst="rect">
            <a:avLst/>
          </a:prstGeom>
        </p:spPr>
      </p:pic>
      <p:sp>
        <p:nvSpPr>
          <p:cNvPr id="4" name="TextBox 3"/>
          <p:cNvSpPr txBox="1"/>
          <p:nvPr userDrawn="1"/>
        </p:nvSpPr>
        <p:spPr>
          <a:xfrm>
            <a:off x="381000" y="2126218"/>
            <a:ext cx="8458200" cy="369332"/>
          </a:xfrm>
          <a:prstGeom prst="rect">
            <a:avLst/>
          </a:prstGeom>
          <a:noFill/>
        </p:spPr>
        <p:txBody>
          <a:bodyPr wrap="square" rtlCol="0">
            <a:spAutoFit/>
          </a:bodyPr>
          <a:lstStyle/>
          <a:p>
            <a:pPr algn="ctr"/>
            <a:r>
              <a:rPr lang="en-US" sz="1800">
                <a:solidFill>
                  <a:schemeClr val="tx1"/>
                </a:solidFill>
              </a:rPr>
              <a:t>This slide intentionally left blank.</a:t>
            </a:r>
          </a:p>
        </p:txBody>
      </p:sp>
    </p:spTree>
    <p:custDataLst>
      <p:tags r:id="rId1"/>
    </p:custDataLst>
    <p:extLst>
      <p:ext uri="{BB962C8B-B14F-4D97-AF65-F5344CB8AC3E}">
        <p14:creationId xmlns:p14="http://schemas.microsoft.com/office/powerpoint/2010/main" val="2419931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End slide">
    <p:bg>
      <p:bgPr>
        <a:solidFill>
          <a:schemeClr val="accent1"/>
        </a:solidFill>
        <a:effectLst/>
      </p:bgPr>
    </p:bg>
    <p:spTree>
      <p:nvGrpSpPr>
        <p:cNvPr id="1" name=""/>
        <p:cNvGrpSpPr/>
        <p:nvPr/>
      </p:nvGrpSpPr>
      <p:grpSpPr>
        <a:xfrm>
          <a:off x="0" y="0"/>
          <a:ext cx="0" cy="0"/>
          <a:chOff x="0" y="0"/>
          <a:chExt cx="0" cy="0"/>
        </a:xfrm>
      </p:grpSpPr>
      <p:pic>
        <p:nvPicPr>
          <p:cNvPr id="3" name="Picture 2" descr="EMC logo white_300dpi.png"/>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2102997" y="1657351"/>
            <a:ext cx="4899905" cy="1581470"/>
          </a:xfrm>
          <a:prstGeom prst="rect">
            <a:avLst/>
          </a:prstGeom>
        </p:spPr>
      </p:pic>
    </p:spTree>
    <p:custDataLst>
      <p:tags r:id="rId1"/>
    </p:custDataLst>
    <p:extLst>
      <p:ext uri="{BB962C8B-B14F-4D97-AF65-F5344CB8AC3E}">
        <p14:creationId xmlns:p14="http://schemas.microsoft.com/office/powerpoint/2010/main" val="903876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TextBox 9"/>
          <p:cNvSpPr txBox="1"/>
          <p:nvPr/>
        </p:nvSpPr>
        <p:spPr>
          <a:xfrm>
            <a:off x="8801100" y="5033041"/>
            <a:ext cx="285750" cy="92333"/>
          </a:xfrm>
          <a:prstGeom prst="rect">
            <a:avLst/>
          </a:prstGeom>
          <a:noFill/>
        </p:spPr>
        <p:txBody>
          <a:bodyPr wrap="square" lIns="0" tIns="0" rIns="0" bIns="0" rtlCol="0">
            <a:spAutoFit/>
          </a:bodyPr>
          <a:lstStyle>
            <a:defPPr>
              <a:defRPr lang="en-US"/>
            </a:defPPr>
            <a:lvl1pPr marR="0" indent="0" fontAlgn="auto">
              <a:lnSpc>
                <a:spcPct val="100000"/>
              </a:lnSpc>
              <a:spcBef>
                <a:spcPts val="0"/>
              </a:spcBef>
              <a:spcAft>
                <a:spcPts val="0"/>
              </a:spcAft>
              <a:buClrTx/>
              <a:buSzTx/>
              <a:buFontTx/>
              <a:buNone/>
              <a:tabLst/>
              <a:defRPr sz="600">
                <a:solidFill>
                  <a:schemeClr val="bg2"/>
                </a:solidFill>
              </a:defRPr>
            </a:lvl1pPr>
          </a:lstStyle>
          <a:p>
            <a:pPr lvl="0" algn="r"/>
            <a:fld id="{61F684CE-B7BB-4223-BA2B-B47808B845F1}" type="slidenum">
              <a:rPr lang="en-US" smtClean="0">
                <a:solidFill>
                  <a:schemeClr val="bg2"/>
                </a:solidFill>
              </a:rPr>
              <a:pPr lvl="0" algn="r"/>
              <a:t>‹#›</a:t>
            </a:fld>
            <a:endParaRPr lang="en-US">
              <a:solidFill>
                <a:schemeClr val="bg2"/>
              </a:solidFill>
            </a:endParaRPr>
          </a:p>
        </p:txBody>
      </p:sp>
      <p:sp>
        <p:nvSpPr>
          <p:cNvPr id="17" name="TextBox 16"/>
          <p:cNvSpPr txBox="1"/>
          <p:nvPr/>
        </p:nvSpPr>
        <p:spPr bwMode="gray">
          <a:xfrm>
            <a:off x="366714" y="5033041"/>
            <a:ext cx="2164054" cy="92333"/>
          </a:xfrm>
          <a:prstGeom prst="rect">
            <a:avLst/>
          </a:prstGeom>
          <a:noFill/>
        </p:spPr>
        <p:txBody>
          <a:bodyPr wrap="none" lIns="0" tIns="0" rIns="0" bIns="0"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600">
                <a:solidFill>
                  <a:schemeClr val="bg2"/>
                </a:solidFill>
                <a:latin typeface="+mn-lt"/>
              </a:rPr>
              <a:t>© Copyright 2014 EMC Corporation. All rights reserved.</a:t>
            </a:r>
          </a:p>
        </p:txBody>
      </p:sp>
      <p:sp>
        <p:nvSpPr>
          <p:cNvPr id="18" name="TextBox 17"/>
          <p:cNvSpPr txBox="1"/>
          <p:nvPr/>
        </p:nvSpPr>
        <p:spPr bwMode="gray">
          <a:xfrm>
            <a:off x="366714" y="5033041"/>
            <a:ext cx="2164054" cy="92333"/>
          </a:xfrm>
          <a:prstGeom prst="rect">
            <a:avLst/>
          </a:prstGeom>
          <a:noFill/>
        </p:spPr>
        <p:txBody>
          <a:bodyPr wrap="none" lIns="0" tIns="0" rIns="0" bIns="0"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600">
                <a:solidFill>
                  <a:schemeClr val="bg2"/>
                </a:solidFill>
                <a:latin typeface="+mn-lt"/>
              </a:rPr>
              <a:t>© Copyright 2014 EMC Corporation. All rights reserved.</a:t>
            </a:r>
          </a:p>
        </p:txBody>
      </p:sp>
    </p:spTree>
    <p:custDataLst>
      <p:tags r:id="rId18"/>
    </p:custDataLst>
    <p:extLst>
      <p:ext uri="{BB962C8B-B14F-4D97-AF65-F5344CB8AC3E}">
        <p14:creationId xmlns:p14="http://schemas.microsoft.com/office/powerpoint/2010/main" val="587389524"/>
      </p:ext>
    </p:extLst>
  </p:cSld>
  <p:clrMap bg1="lt1" tx1="dk1" bg2="lt2" tx2="dk2" accent1="accent1" accent2="accent2" accent3="accent3" accent4="accent4" accent5="accent5" accent6="accent6" hlink="hlink" folHlink="folHlink"/>
  <p:sldLayoutIdLst>
    <p:sldLayoutId id="2147483746" r:id="rId1"/>
    <p:sldLayoutId id="2147483749" r:id="rId2"/>
    <p:sldLayoutId id="2147483772" r:id="rId3"/>
    <p:sldLayoutId id="2147483773" r:id="rId4"/>
    <p:sldLayoutId id="2147483750" r:id="rId5"/>
    <p:sldLayoutId id="2147483751" r:id="rId6"/>
    <p:sldLayoutId id="2147483752" r:id="rId7"/>
    <p:sldLayoutId id="2147483774" r:id="rId8"/>
    <p:sldLayoutId id="2147483753" r:id="rId9"/>
    <p:sldLayoutId id="2147483754" r:id="rId10"/>
    <p:sldLayoutId id="2147483755" r:id="rId11"/>
    <p:sldLayoutId id="2147483756" r:id="rId12"/>
    <p:sldLayoutId id="2147483757" r:id="rId13"/>
    <p:sldLayoutId id="2147483758" r:id="rId14"/>
    <p:sldLayoutId id="2147483771" r:id="rId15"/>
    <p:sldLayoutId id="2147483768" r:id="rId16"/>
  </p:sldLayoutIdLst>
  <p:hf sldNum="0"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tags" Target="../tags/tag19.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0.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2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2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23.xml"/></Relationships>
</file>

<file path=ppt/slides/_rels/slide6.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6.xml"/><Relationship Id="rId7" Type="http://schemas.openxmlformats.org/officeDocument/2006/relationships/diagramColors" Target="../diagrams/colors1.xml"/><Relationship Id="rId2" Type="http://schemas.openxmlformats.org/officeDocument/2006/relationships/slideLayout" Target="../slideLayouts/slideLayout2.xml"/><Relationship Id="rId1" Type="http://schemas.openxmlformats.org/officeDocument/2006/relationships/tags" Target="../tags/tag24.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7.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notesSlide" Target="../notesSlides/notesSlide7.xml"/><Relationship Id="rId7" Type="http://schemas.openxmlformats.org/officeDocument/2006/relationships/diagramColors" Target="../diagrams/colors2.xml"/><Relationship Id="rId2" Type="http://schemas.openxmlformats.org/officeDocument/2006/relationships/slideLayout" Target="../slideLayouts/slideLayout2.xml"/><Relationship Id="rId1" Type="http://schemas.openxmlformats.org/officeDocument/2006/relationships/tags" Target="../tags/tag25.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27.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28.xml"/><Relationship Id="rId5" Type="http://schemas.openxmlformats.org/officeDocument/2006/relationships/image" Target="../media/image8.png"/><Relationship Id="rId4" Type="http://schemas.openxmlformats.org/officeDocument/2006/relationships/image" Target="../media/image7.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29.xml"/><Relationship Id="rId5" Type="http://schemas.openxmlformats.org/officeDocument/2006/relationships/image" Target="../media/image10.gif"/><Relationship Id="rId4" Type="http://schemas.openxmlformats.org/officeDocument/2006/relationships/image" Target="../media/image9.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tags" Target="../tags/tag30.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xml"/><Relationship Id="rId1" Type="http://schemas.openxmlformats.org/officeDocument/2006/relationships/tags" Target="../tags/tag31.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32.xml"/></Relationships>
</file>

<file path=ppt/slides/_rels/slide15.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notesSlide" Target="../notesSlides/notesSlide15.xml"/><Relationship Id="rId7" Type="http://schemas.openxmlformats.org/officeDocument/2006/relationships/diagramColors" Target="../diagrams/colors3.xml"/><Relationship Id="rId2" Type="http://schemas.openxmlformats.org/officeDocument/2006/relationships/slideLayout" Target="../slideLayouts/slideLayout2.xml"/><Relationship Id="rId1" Type="http://schemas.openxmlformats.org/officeDocument/2006/relationships/tags" Target="../tags/tag33.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16.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notesSlide" Target="../notesSlides/notesSlide16.xml"/><Relationship Id="rId7" Type="http://schemas.openxmlformats.org/officeDocument/2006/relationships/diagramColors" Target="../diagrams/colors4.xml"/><Relationship Id="rId2" Type="http://schemas.openxmlformats.org/officeDocument/2006/relationships/slideLayout" Target="../slideLayouts/slideLayout2.xml"/><Relationship Id="rId1" Type="http://schemas.openxmlformats.org/officeDocument/2006/relationships/tags" Target="../tags/tag34.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35.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36.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37.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38.x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notesSlide" Target="../notesSlides/notesSlide21.xml"/><Relationship Id="rId7" Type="http://schemas.openxmlformats.org/officeDocument/2006/relationships/diagramColors" Target="../diagrams/colors5.xml"/><Relationship Id="rId2" Type="http://schemas.openxmlformats.org/officeDocument/2006/relationships/slideLayout" Target="../slideLayouts/slideLayout2.xml"/><Relationship Id="rId1" Type="http://schemas.openxmlformats.org/officeDocument/2006/relationships/tags" Target="../tags/tag39.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40.xml"/><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41.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42.xml"/><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43.xml"/><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44.xml"/><Relationship Id="rId4" Type="http://schemas.openxmlformats.org/officeDocument/2006/relationships/image" Target="../media/image16.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45.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46.xml"/><Relationship Id="rId4" Type="http://schemas.openxmlformats.org/officeDocument/2006/relationships/image" Target="../media/image17.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47.xml"/><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48.xml"/><Relationship Id="rId4" Type="http://schemas.openxmlformats.org/officeDocument/2006/relationships/image" Target="../media/image19.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4.xml"/><Relationship Id="rId1" Type="http://schemas.openxmlformats.org/officeDocument/2006/relationships/tags" Target="../tags/tag49.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4.xml"/><Relationship Id="rId1" Type="http://schemas.openxmlformats.org/officeDocument/2006/relationships/tags" Target="../tags/tag50.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51.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tags" Target="../tags/tag52.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tags" Target="../tags/tag53.xml"/><Relationship Id="rId4" Type="http://schemas.openxmlformats.org/officeDocument/2006/relationships/image" Target="../media/image20.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tags" Target="../tags/tag54.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tags" Target="../tags/tag55.xml"/><Relationship Id="rId4" Type="http://schemas.openxmlformats.org/officeDocument/2006/relationships/image" Target="../media/image21.png"/></Relationships>
</file>

<file path=ppt/slides/_rels/slide38.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notesSlide" Target="../notesSlides/notesSlide38.xml"/><Relationship Id="rId7" Type="http://schemas.openxmlformats.org/officeDocument/2006/relationships/diagramColors" Target="../diagrams/colors6.xml"/><Relationship Id="rId2" Type="http://schemas.openxmlformats.org/officeDocument/2006/relationships/slideLayout" Target="../slideLayouts/slideLayout2.xml"/><Relationship Id="rId1" Type="http://schemas.openxmlformats.org/officeDocument/2006/relationships/tags" Target="../tags/tag56.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tags" Target="../tags/tag57.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tags" Target="../tags/tag58.xml"/><Relationship Id="rId4" Type="http://schemas.openxmlformats.org/officeDocument/2006/relationships/image" Target="../media/image22.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tags" Target="../tags/tag59.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tags" Target="../tags/tag60.xml"/><Relationship Id="rId4" Type="http://schemas.openxmlformats.org/officeDocument/2006/relationships/image" Target="../media/image23.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tags" Target="../tags/tag61.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tags" Target="../tags/tag62.xml"/><Relationship Id="rId4" Type="http://schemas.openxmlformats.org/officeDocument/2006/relationships/image" Target="../media/image24.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tags" Target="../tags/tag63.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xml"/><Relationship Id="rId1" Type="http://schemas.openxmlformats.org/officeDocument/2006/relationships/tags" Target="../tags/tag64.xml"/><Relationship Id="rId4" Type="http://schemas.openxmlformats.org/officeDocument/2006/relationships/image" Target="../media/image25.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tags" Target="../tags/tag66.xml"/><Relationship Id="rId4" Type="http://schemas.openxmlformats.org/officeDocument/2006/relationships/image" Target="../media/image26.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2.xml"/><Relationship Id="rId1" Type="http://schemas.openxmlformats.org/officeDocument/2006/relationships/tags" Target="../tags/tag67.xml"/><Relationship Id="rId4" Type="http://schemas.openxmlformats.org/officeDocument/2006/relationships/image" Target="../media/image26.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tags" Target="../tags/tag68.xml"/><Relationship Id="rId4" Type="http://schemas.openxmlformats.org/officeDocument/2006/relationships/image" Target="../media/image27.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4.xml"/><Relationship Id="rId1" Type="http://schemas.openxmlformats.org/officeDocument/2006/relationships/tags" Target="../tags/tag69.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4.xml"/><Relationship Id="rId1" Type="http://schemas.openxmlformats.org/officeDocument/2006/relationships/tags" Target="../tags/tag70.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5.xml"/><Relationship Id="rId1" Type="http://schemas.openxmlformats.org/officeDocument/2006/relationships/tags" Target="../tags/tag71.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5.xml"/><Relationship Id="rId1" Type="http://schemas.openxmlformats.org/officeDocument/2006/relationships/tags" Target="../tags/tag72.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5.xml"/><Relationship Id="rId1" Type="http://schemas.openxmlformats.org/officeDocument/2006/relationships/tags" Target="../tags/tag73.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3.xml"/><Relationship Id="rId1" Type="http://schemas.openxmlformats.org/officeDocument/2006/relationships/tags" Target="../tags/tag74.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5.xml"/><Relationship Id="rId1" Type="http://schemas.openxmlformats.org/officeDocument/2006/relationships/tags" Target="../tags/tag7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a:t>Module: Physical Layer</a:t>
            </a:r>
          </a:p>
        </p:txBody>
      </p:sp>
      <p:sp>
        <p:nvSpPr>
          <p:cNvPr id="5" name="Content Placeholder 4"/>
          <p:cNvSpPr>
            <a:spLocks noGrp="1"/>
          </p:cNvSpPr>
          <p:nvPr>
            <p:ph sz="quarter" idx="10"/>
          </p:nvPr>
        </p:nvSpPr>
        <p:spPr/>
        <p:txBody>
          <a:bodyPr/>
          <a:lstStyle/>
          <a:p>
            <a:pPr marL="0" indent="0">
              <a:buNone/>
              <a:defRPr/>
            </a:pPr>
            <a:r>
              <a:rPr lang="en-US"/>
              <a:t>Upon completion of this module, you should be able to:</a:t>
            </a:r>
          </a:p>
          <a:p>
            <a:pPr>
              <a:defRPr/>
            </a:pPr>
            <a:r>
              <a:rPr lang="en-US"/>
              <a:t>Describe compute system components and types</a:t>
            </a:r>
          </a:p>
          <a:p>
            <a:pPr>
              <a:defRPr/>
            </a:pPr>
            <a:r>
              <a:rPr lang="en-US"/>
              <a:t>Describe storage system architectures</a:t>
            </a:r>
          </a:p>
          <a:p>
            <a:pPr>
              <a:defRPr/>
            </a:pPr>
            <a:r>
              <a:rPr lang="en-US"/>
              <a:t>Describe network connectivity and the types of network communication</a:t>
            </a:r>
          </a:p>
        </p:txBody>
      </p:sp>
      <p:sp>
        <p:nvSpPr>
          <p:cNvPr id="2" name="Footer Placeholder 1"/>
          <p:cNvSpPr>
            <a:spLocks noGrp="1"/>
          </p:cNvSpPr>
          <p:nvPr>
            <p:ph type="ftr" sz="quarter" idx="3"/>
          </p:nvPr>
        </p:nvSpPr>
        <p:spPr>
          <a:prstGeom prst="rect">
            <a:avLst/>
          </a:prstGeom>
        </p:spPr>
        <p:txBody>
          <a:bodyPr/>
          <a:lstStyle/>
          <a:p>
            <a:pPr algn="r"/>
            <a:r>
              <a:rPr lang="en-US"/>
              <a:t>Module: Physical Layer</a:t>
            </a:r>
          </a:p>
        </p:txBody>
      </p:sp>
    </p:spTree>
    <p:custDataLst>
      <p:tags r:id="rId1"/>
    </p:custDataLst>
    <p:extLst>
      <p:ext uri="{BB962C8B-B14F-4D97-AF65-F5344CB8AC3E}">
        <p14:creationId xmlns:p14="http://schemas.microsoft.com/office/powerpoint/2010/main" val="37765404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3"/>
          </p:nvPr>
        </p:nvSpPr>
        <p:spPr>
          <a:prstGeom prst="rect">
            <a:avLst/>
          </a:prstGeom>
        </p:spPr>
        <p:txBody>
          <a:bodyPr/>
          <a:lstStyle/>
          <a:p>
            <a:pPr algn="r"/>
            <a:r>
              <a:rPr lang="en-US"/>
              <a:t>Module: Physical Layer</a:t>
            </a:r>
          </a:p>
        </p:txBody>
      </p:sp>
      <p:pic>
        <p:nvPicPr>
          <p:cNvPr id="1027" name="Picture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17320" y="1275606"/>
            <a:ext cx="6309360" cy="3566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itle 1"/>
          <p:cNvSpPr>
            <a:spLocks noGrp="1"/>
          </p:cNvSpPr>
          <p:nvPr>
            <p:ph type="ctrTitle"/>
          </p:nvPr>
        </p:nvSpPr>
        <p:spPr>
          <a:xfrm>
            <a:off x="379413" y="228601"/>
            <a:ext cx="8458200" cy="457200"/>
          </a:xfrm>
          <a:prstGeom prst="rect">
            <a:avLst/>
          </a:prstGeom>
        </p:spPr>
        <p:txBody>
          <a:bodyPr lIns="0" tIns="0" rIns="0" bIns="0" anchor="t" anchorCtr="0"/>
          <a:lstStyle>
            <a:lvl1pPr algn="l">
              <a:lnSpc>
                <a:spcPct val="90000"/>
              </a:lnSpc>
              <a:defRPr sz="2800">
                <a:solidFill>
                  <a:schemeClr val="tx2"/>
                </a:solidFill>
                <a:latin typeface="+mj-lt"/>
              </a:defRPr>
            </a:lvl1pPr>
          </a:lstStyle>
          <a:p>
            <a:r>
              <a:rPr lang="en-US"/>
              <a:t>Cloud Computing Reference Model</a:t>
            </a:r>
          </a:p>
        </p:txBody>
      </p:sp>
      <p:sp>
        <p:nvSpPr>
          <p:cNvPr id="5" name="Subtitle 2"/>
          <p:cNvSpPr txBox="1">
            <a:spLocks/>
          </p:cNvSpPr>
          <p:nvPr/>
        </p:nvSpPr>
        <p:spPr>
          <a:xfrm>
            <a:off x="379413" y="703000"/>
            <a:ext cx="8449733" cy="302417"/>
          </a:xfrm>
          <a:prstGeom prst="rect">
            <a:avLst/>
          </a:prstGeom>
        </p:spPr>
        <p:txBody>
          <a:bodyPr lIns="0" tIns="0" rIns="0" bIns="0"/>
          <a:lstStyle>
            <a:lvl1pPr marL="0" indent="0" algn="l" defTabSz="457200" rtl="0" eaLnBrk="1" latinLnBrk="0" hangingPunct="1">
              <a:spcBef>
                <a:spcPct val="20000"/>
              </a:spcBef>
              <a:buFont typeface="Arial"/>
              <a:buNone/>
              <a:defRPr sz="2000" kern="1200">
                <a:solidFill>
                  <a:schemeClr val="tx1"/>
                </a:solidFill>
                <a:latin typeface="+mj-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a:t>Physical Layer</a:t>
            </a:r>
          </a:p>
        </p:txBody>
      </p:sp>
    </p:spTree>
    <p:custDataLst>
      <p:tags r:id="rId1"/>
    </p:custDataLst>
    <p:extLst>
      <p:ext uri="{BB962C8B-B14F-4D97-AF65-F5344CB8AC3E}">
        <p14:creationId xmlns:p14="http://schemas.microsoft.com/office/powerpoint/2010/main" val="11113434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Physical Layer Overview</a:t>
            </a:r>
          </a:p>
        </p:txBody>
      </p:sp>
      <p:sp>
        <p:nvSpPr>
          <p:cNvPr id="5" name="Content Placeholder 4"/>
          <p:cNvSpPr>
            <a:spLocks noGrp="1"/>
          </p:cNvSpPr>
          <p:nvPr>
            <p:ph sz="quarter" idx="10"/>
          </p:nvPr>
        </p:nvSpPr>
        <p:spPr>
          <a:xfrm>
            <a:off x="379413" y="990600"/>
            <a:ext cx="6136803" cy="3429000"/>
          </a:xfrm>
        </p:spPr>
        <p:txBody>
          <a:bodyPr/>
          <a:lstStyle/>
          <a:p>
            <a:r>
              <a:rPr lang="en-US" dirty="0"/>
              <a:t>The physical layer comprises physical </a:t>
            </a:r>
            <a:r>
              <a:rPr lang="en-US" b="1" dirty="0">
                <a:solidFill>
                  <a:srgbClr val="C00000"/>
                </a:solidFill>
              </a:rPr>
              <a:t>compute, storage, and network resources</a:t>
            </a:r>
          </a:p>
          <a:p>
            <a:r>
              <a:rPr lang="en-US" dirty="0"/>
              <a:t>Compute systems execute software of providers and consumers</a:t>
            </a:r>
          </a:p>
          <a:p>
            <a:r>
              <a:rPr lang="en-US" dirty="0"/>
              <a:t>Storage systems store </a:t>
            </a:r>
            <a:r>
              <a:rPr lang="en-US" dirty="0">
                <a:solidFill>
                  <a:srgbClr val="C00000"/>
                </a:solidFill>
              </a:rPr>
              <a:t>business and application data</a:t>
            </a:r>
          </a:p>
          <a:p>
            <a:r>
              <a:rPr lang="en-US" dirty="0"/>
              <a:t>Networks connect compute systems with each other and with storage systems </a:t>
            </a:r>
          </a:p>
          <a:p>
            <a:pPr lvl="1"/>
            <a:r>
              <a:rPr lang="en-US" dirty="0"/>
              <a:t>Networks also connect multiple data centers or multiple clouds to one another</a:t>
            </a:r>
          </a:p>
        </p:txBody>
      </p:sp>
      <p:sp>
        <p:nvSpPr>
          <p:cNvPr id="3" name="Footer Placeholder 2"/>
          <p:cNvSpPr>
            <a:spLocks noGrp="1"/>
          </p:cNvSpPr>
          <p:nvPr>
            <p:ph type="ftr" sz="quarter" idx="3"/>
          </p:nvPr>
        </p:nvSpPr>
        <p:spPr>
          <a:prstGeom prst="rect">
            <a:avLst/>
          </a:prstGeom>
        </p:spPr>
        <p:txBody>
          <a:bodyPr/>
          <a:lstStyle/>
          <a:p>
            <a:pPr algn="r"/>
            <a:r>
              <a:rPr lang="en-US"/>
              <a:t>Module: Physical Layer</a:t>
            </a:r>
          </a:p>
        </p:txBody>
      </p:sp>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99074" y="990601"/>
            <a:ext cx="2437422" cy="338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125567830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a:t>Lesson: Compute System</a:t>
            </a:r>
          </a:p>
        </p:txBody>
      </p:sp>
      <p:sp>
        <p:nvSpPr>
          <p:cNvPr id="5" name="Content Placeholder 4"/>
          <p:cNvSpPr>
            <a:spLocks noGrp="1"/>
          </p:cNvSpPr>
          <p:nvPr>
            <p:ph sz="quarter" idx="10"/>
          </p:nvPr>
        </p:nvSpPr>
        <p:spPr/>
        <p:txBody>
          <a:bodyPr/>
          <a:lstStyle/>
          <a:p>
            <a:pPr marL="0" indent="0">
              <a:buNone/>
              <a:defRPr/>
            </a:pPr>
            <a:r>
              <a:rPr lang="en-US"/>
              <a:t>This lesson covers the following topics:</a:t>
            </a:r>
          </a:p>
          <a:p>
            <a:pPr>
              <a:defRPr/>
            </a:pPr>
            <a:r>
              <a:rPr lang="en-US"/>
              <a:t>Key components of a compute system</a:t>
            </a:r>
          </a:p>
          <a:p>
            <a:pPr>
              <a:defRPr/>
            </a:pPr>
            <a:r>
              <a:rPr lang="en-US"/>
              <a:t>Software deployed on compute systems</a:t>
            </a:r>
          </a:p>
          <a:p>
            <a:pPr>
              <a:defRPr/>
            </a:pPr>
            <a:r>
              <a:rPr lang="en-US"/>
              <a:t>Types of compute systems</a:t>
            </a:r>
          </a:p>
        </p:txBody>
      </p:sp>
      <p:sp>
        <p:nvSpPr>
          <p:cNvPr id="2" name="Footer Placeholder 1"/>
          <p:cNvSpPr>
            <a:spLocks noGrp="1"/>
          </p:cNvSpPr>
          <p:nvPr>
            <p:ph type="ftr" sz="quarter" idx="3"/>
          </p:nvPr>
        </p:nvSpPr>
        <p:spPr>
          <a:prstGeom prst="rect">
            <a:avLst/>
          </a:prstGeom>
        </p:spPr>
        <p:txBody>
          <a:bodyPr/>
          <a:lstStyle/>
          <a:p>
            <a:pPr algn="r"/>
            <a:r>
              <a:rPr lang="en-US"/>
              <a:t>Module: Physical Layer</a:t>
            </a:r>
          </a:p>
        </p:txBody>
      </p:sp>
    </p:spTree>
    <p:custDataLst>
      <p:tags r:id="rId1"/>
    </p:custDataLst>
    <p:extLst>
      <p:ext uri="{BB962C8B-B14F-4D97-AF65-F5344CB8AC3E}">
        <p14:creationId xmlns:p14="http://schemas.microsoft.com/office/powerpoint/2010/main" val="375561582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Introduction to Compute System</a:t>
            </a:r>
          </a:p>
        </p:txBody>
      </p:sp>
      <p:sp>
        <p:nvSpPr>
          <p:cNvPr id="5" name="Content Placeholder 4"/>
          <p:cNvSpPr>
            <a:spLocks noGrp="1"/>
          </p:cNvSpPr>
          <p:nvPr>
            <p:ph sz="quarter" idx="10"/>
          </p:nvPr>
        </p:nvSpPr>
        <p:spPr/>
        <p:txBody>
          <a:bodyPr/>
          <a:lstStyle/>
          <a:p>
            <a:r>
              <a:rPr lang="en-US"/>
              <a:t>A computing platform (hardware, firmware, and software) that runs platform and application software</a:t>
            </a:r>
          </a:p>
          <a:p>
            <a:pPr lvl="1"/>
            <a:r>
              <a:rPr lang="en-US"/>
              <a:t>Executes the provider’s as well as the consumers’ software</a:t>
            </a:r>
          </a:p>
          <a:p>
            <a:pPr lvl="1"/>
            <a:r>
              <a:rPr lang="en-US"/>
              <a:t>Typically x86-based servers or hosts</a:t>
            </a:r>
          </a:p>
          <a:p>
            <a:r>
              <a:rPr lang="en-US"/>
              <a:t>Compute systems are provided to consumers in two ways:</a:t>
            </a:r>
          </a:p>
          <a:p>
            <a:pPr lvl="1"/>
            <a:r>
              <a:rPr lang="en-US"/>
              <a:t>Shared hosting: Multiple consumers share compute systems</a:t>
            </a:r>
          </a:p>
          <a:p>
            <a:pPr lvl="1"/>
            <a:r>
              <a:rPr lang="en-US"/>
              <a:t>Dedicated hosting: Individual consumers have dedicated compute systems</a:t>
            </a:r>
          </a:p>
          <a:p>
            <a:r>
              <a:rPr lang="en-US"/>
              <a:t>Typically providers use compute virtualization and offer compute systems in the form of virtual machines</a:t>
            </a:r>
          </a:p>
        </p:txBody>
      </p:sp>
      <p:sp>
        <p:nvSpPr>
          <p:cNvPr id="3" name="Footer Placeholder 2"/>
          <p:cNvSpPr>
            <a:spLocks noGrp="1"/>
          </p:cNvSpPr>
          <p:nvPr>
            <p:ph type="ftr" sz="quarter" idx="3"/>
          </p:nvPr>
        </p:nvSpPr>
        <p:spPr>
          <a:prstGeom prst="rect">
            <a:avLst/>
          </a:prstGeom>
        </p:spPr>
        <p:txBody>
          <a:bodyPr/>
          <a:lstStyle/>
          <a:p>
            <a:pPr algn="r"/>
            <a:r>
              <a:rPr lang="en-US"/>
              <a:t>Module: Physical Layer</a:t>
            </a:r>
          </a:p>
        </p:txBody>
      </p:sp>
    </p:spTree>
    <p:custDataLst>
      <p:tags r:id="rId1"/>
    </p:custDataLst>
    <p:extLst>
      <p:ext uri="{BB962C8B-B14F-4D97-AF65-F5344CB8AC3E}">
        <p14:creationId xmlns:p14="http://schemas.microsoft.com/office/powerpoint/2010/main" val="369364654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Key Components of a Compute System</a:t>
            </a:r>
          </a:p>
        </p:txBody>
      </p:sp>
      <p:sp>
        <p:nvSpPr>
          <p:cNvPr id="3" name="Footer Placeholder 2"/>
          <p:cNvSpPr>
            <a:spLocks noGrp="1"/>
          </p:cNvSpPr>
          <p:nvPr>
            <p:ph type="ftr" sz="quarter" idx="3"/>
          </p:nvPr>
        </p:nvSpPr>
        <p:spPr>
          <a:prstGeom prst="rect">
            <a:avLst/>
          </a:prstGeom>
        </p:spPr>
        <p:txBody>
          <a:bodyPr/>
          <a:lstStyle/>
          <a:p>
            <a:pPr algn="r"/>
            <a:r>
              <a:rPr lang="en-US"/>
              <a:t>Module: Physical Layer</a:t>
            </a:r>
          </a:p>
        </p:txBody>
      </p:sp>
      <p:graphicFrame>
        <p:nvGraphicFramePr>
          <p:cNvPr id="6" name="Content Placeholder 5"/>
          <p:cNvGraphicFramePr>
            <a:graphicFrameLocks noGrp="1"/>
          </p:cNvGraphicFramePr>
          <p:nvPr>
            <p:ph sz="quarter" idx="10"/>
            <p:extLst>
              <p:ext uri="{D42A27DB-BD31-4B8C-83A1-F6EECF244321}">
                <p14:modId xmlns:p14="http://schemas.microsoft.com/office/powerpoint/2010/main" val="104040310"/>
              </p:ext>
            </p:extLst>
          </p:nvPr>
        </p:nvGraphicFramePr>
        <p:xfrm>
          <a:off x="379413" y="990600"/>
          <a:ext cx="8458200" cy="3429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140137106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solidFill>
                  <a:srgbClr val="C00000"/>
                </a:solidFill>
              </a:rPr>
              <a:t>Software Deployed on Compute Systems</a:t>
            </a:r>
          </a:p>
        </p:txBody>
      </p:sp>
      <p:sp>
        <p:nvSpPr>
          <p:cNvPr id="3" name="Footer Placeholder 2"/>
          <p:cNvSpPr>
            <a:spLocks noGrp="1"/>
          </p:cNvSpPr>
          <p:nvPr>
            <p:ph type="ftr" sz="quarter" idx="3"/>
          </p:nvPr>
        </p:nvSpPr>
        <p:spPr>
          <a:prstGeom prst="rect">
            <a:avLst/>
          </a:prstGeom>
        </p:spPr>
        <p:txBody>
          <a:bodyPr/>
          <a:lstStyle/>
          <a:p>
            <a:pPr algn="r"/>
            <a:r>
              <a:rPr lang="en-US"/>
              <a:t>Module: Physical Layer</a:t>
            </a:r>
          </a:p>
        </p:txBody>
      </p:sp>
      <p:graphicFrame>
        <p:nvGraphicFramePr>
          <p:cNvPr id="6" name="Content Placeholder 5"/>
          <p:cNvGraphicFramePr>
            <a:graphicFrameLocks noGrp="1"/>
          </p:cNvGraphicFramePr>
          <p:nvPr>
            <p:ph sz="quarter" idx="10"/>
            <p:extLst>
              <p:ext uri="{D42A27DB-BD31-4B8C-83A1-F6EECF244321}">
                <p14:modId xmlns:p14="http://schemas.microsoft.com/office/powerpoint/2010/main" val="1908109727"/>
              </p:ext>
            </p:extLst>
          </p:nvPr>
        </p:nvGraphicFramePr>
        <p:xfrm>
          <a:off x="379413" y="990600"/>
          <a:ext cx="8458200" cy="3429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111420875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solidFill>
                  <a:srgbClr val="C00000"/>
                </a:solidFill>
              </a:rPr>
              <a:t>Types of Compute Systems</a:t>
            </a:r>
          </a:p>
        </p:txBody>
      </p:sp>
      <p:sp>
        <p:nvSpPr>
          <p:cNvPr id="5" name="Content Placeholder 4"/>
          <p:cNvSpPr>
            <a:spLocks noGrp="1"/>
          </p:cNvSpPr>
          <p:nvPr>
            <p:ph sz="quarter" idx="10"/>
          </p:nvPr>
        </p:nvSpPr>
        <p:spPr/>
        <p:txBody>
          <a:bodyPr/>
          <a:lstStyle/>
          <a:p>
            <a:pPr marL="457200" indent="-457200">
              <a:buFont typeface="+mj-lt"/>
              <a:buAutoNum type="arabicPeriod"/>
            </a:pPr>
            <a:r>
              <a:rPr lang="en-US" b="1" dirty="0" smtClean="0"/>
              <a:t>Tower</a:t>
            </a:r>
            <a:r>
              <a:rPr lang="en-US" dirty="0" smtClean="0"/>
              <a:t> compute </a:t>
            </a:r>
            <a:r>
              <a:rPr lang="en-US" dirty="0" smtClean="0"/>
              <a:t>system	</a:t>
            </a:r>
            <a:endParaRPr lang="en-US" dirty="0"/>
          </a:p>
          <a:p>
            <a:pPr marL="457200" indent="-457200">
              <a:buFont typeface="+mj-lt"/>
              <a:buAutoNum type="arabicPeriod"/>
            </a:pPr>
            <a:r>
              <a:rPr lang="en-US" b="1" dirty="0"/>
              <a:t>Rack-mounted</a:t>
            </a:r>
            <a:r>
              <a:rPr lang="en-US" dirty="0"/>
              <a:t> compute system</a:t>
            </a:r>
          </a:p>
          <a:p>
            <a:pPr marL="457200" indent="-457200">
              <a:buFont typeface="+mj-lt"/>
              <a:buAutoNum type="arabicPeriod"/>
            </a:pPr>
            <a:r>
              <a:rPr lang="en-US" b="1" dirty="0"/>
              <a:t>Blade </a:t>
            </a:r>
            <a:r>
              <a:rPr lang="en-US" dirty="0" smtClean="0"/>
              <a:t>compute </a:t>
            </a:r>
            <a:r>
              <a:rPr lang="en-US" dirty="0"/>
              <a:t>system</a:t>
            </a:r>
          </a:p>
        </p:txBody>
      </p:sp>
      <p:sp>
        <p:nvSpPr>
          <p:cNvPr id="3" name="Footer Placeholder 2"/>
          <p:cNvSpPr>
            <a:spLocks noGrp="1"/>
          </p:cNvSpPr>
          <p:nvPr>
            <p:ph type="ftr" sz="quarter" idx="3"/>
          </p:nvPr>
        </p:nvSpPr>
        <p:spPr>
          <a:prstGeom prst="rect">
            <a:avLst/>
          </a:prstGeom>
        </p:spPr>
        <p:txBody>
          <a:bodyPr/>
          <a:lstStyle/>
          <a:p>
            <a:pPr algn="r"/>
            <a:r>
              <a:rPr lang="en-US"/>
              <a:t>Module: Physical Layer</a:t>
            </a:r>
          </a:p>
        </p:txBody>
      </p:sp>
    </p:spTree>
    <p:custDataLst>
      <p:tags r:id="rId1"/>
    </p:custDataLst>
    <p:extLst>
      <p:ext uri="{BB962C8B-B14F-4D97-AF65-F5344CB8AC3E}">
        <p14:creationId xmlns:p14="http://schemas.microsoft.com/office/powerpoint/2010/main" val="610245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solidFill>
                  <a:srgbClr val="C00000"/>
                </a:solidFill>
              </a:rPr>
              <a:t>Tower Compute System</a:t>
            </a:r>
          </a:p>
        </p:txBody>
      </p:sp>
      <p:sp>
        <p:nvSpPr>
          <p:cNvPr id="3" name="Content Placeholder 2"/>
          <p:cNvSpPr>
            <a:spLocks noGrp="1"/>
          </p:cNvSpPr>
          <p:nvPr>
            <p:ph sz="quarter" idx="10"/>
          </p:nvPr>
        </p:nvSpPr>
        <p:spPr>
          <a:xfrm>
            <a:off x="379413" y="990600"/>
            <a:ext cx="6326187" cy="3429000"/>
          </a:xfrm>
        </p:spPr>
        <p:txBody>
          <a:bodyPr/>
          <a:lstStyle/>
          <a:p>
            <a:r>
              <a:rPr lang="en-US" dirty="0"/>
              <a:t>Built in an upright enclosure called a “tower”</a:t>
            </a:r>
          </a:p>
          <a:p>
            <a:r>
              <a:rPr lang="en-US" dirty="0"/>
              <a:t>Has integrated power supply and cooling</a:t>
            </a:r>
          </a:p>
          <a:p>
            <a:r>
              <a:rPr lang="en-US" dirty="0"/>
              <a:t>A group of towers occupies significant floor space, requires complex cabling, and generates noise from cooling units</a:t>
            </a:r>
          </a:p>
          <a:p>
            <a:r>
              <a:rPr lang="en-US" dirty="0"/>
              <a:t>Deploying in large environments may involve substantial expenditure</a:t>
            </a:r>
          </a:p>
        </p:txBody>
      </p:sp>
      <p:sp>
        <p:nvSpPr>
          <p:cNvPr id="4" name="Footer Placeholder 3"/>
          <p:cNvSpPr>
            <a:spLocks noGrp="1"/>
          </p:cNvSpPr>
          <p:nvPr>
            <p:ph type="ftr" sz="quarter" idx="3"/>
          </p:nvPr>
        </p:nvSpPr>
        <p:spPr/>
        <p:txBody>
          <a:bodyPr/>
          <a:lstStyle/>
          <a:p>
            <a:pPr algn="r"/>
            <a:r>
              <a:rPr lang="en-US"/>
              <a:t>Module: Physical Layer</a:t>
            </a:r>
          </a:p>
        </p:txBody>
      </p:sp>
      <p:pic>
        <p:nvPicPr>
          <p:cNvPr id="7" name="Picture 118" descr="server"/>
          <p:cNvPicPr>
            <a:picLocks noChangeAspect="1" noChangeArrowheads="1"/>
          </p:cNvPicPr>
          <p:nvPr/>
        </p:nvPicPr>
        <p:blipFill>
          <a:blip r:embed="rId4" cstate="print"/>
          <a:srcRect/>
          <a:stretch>
            <a:fillRect/>
          </a:stretch>
        </p:blipFill>
        <p:spPr bwMode="gray">
          <a:xfrm>
            <a:off x="6804248" y="990600"/>
            <a:ext cx="2063394" cy="2134800"/>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316071907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solidFill>
                  <a:srgbClr val="C00000"/>
                </a:solidFill>
              </a:rPr>
              <a:t>Rack-mounted Compute System</a:t>
            </a:r>
          </a:p>
        </p:txBody>
      </p:sp>
      <p:sp>
        <p:nvSpPr>
          <p:cNvPr id="3" name="Content Placeholder 2"/>
          <p:cNvSpPr>
            <a:spLocks noGrp="1"/>
          </p:cNvSpPr>
          <p:nvPr>
            <p:ph sz="quarter" idx="10"/>
          </p:nvPr>
        </p:nvSpPr>
        <p:spPr>
          <a:xfrm>
            <a:off x="379413" y="990600"/>
            <a:ext cx="6136803" cy="3429000"/>
          </a:xfrm>
        </p:spPr>
        <p:txBody>
          <a:bodyPr/>
          <a:lstStyle/>
          <a:p>
            <a:r>
              <a:rPr lang="en-US" dirty="0"/>
              <a:t>Designed to be fixed on a </a:t>
            </a:r>
            <a:r>
              <a:rPr lang="en-US" b="1" dirty="0">
                <a:solidFill>
                  <a:srgbClr val="FF0000"/>
                </a:solidFill>
              </a:rPr>
              <a:t>frame called a “rack”</a:t>
            </a:r>
          </a:p>
          <a:p>
            <a:pPr lvl="1"/>
            <a:r>
              <a:rPr lang="en-US" dirty="0"/>
              <a:t>A rack is a standardized enclosure with mounting slots for vertically stacking compute systems</a:t>
            </a:r>
          </a:p>
          <a:p>
            <a:r>
              <a:rPr lang="en-US" dirty="0"/>
              <a:t>Simplifies network cabling, consolidates network equipment, and reduces floor space use</a:t>
            </a:r>
          </a:p>
          <a:p>
            <a:r>
              <a:rPr lang="en-US" dirty="0"/>
              <a:t>Administrators may use a </a:t>
            </a:r>
            <a:r>
              <a:rPr lang="en-US" b="1" dirty="0"/>
              <a:t>console mounted </a:t>
            </a:r>
            <a:r>
              <a:rPr lang="en-US" dirty="0"/>
              <a:t>on the rack to manage the compute systems</a:t>
            </a:r>
          </a:p>
        </p:txBody>
      </p:sp>
      <p:sp>
        <p:nvSpPr>
          <p:cNvPr id="4" name="Footer Placeholder 3"/>
          <p:cNvSpPr>
            <a:spLocks noGrp="1"/>
          </p:cNvSpPr>
          <p:nvPr>
            <p:ph type="ftr" sz="quarter" idx="3"/>
          </p:nvPr>
        </p:nvSpPr>
        <p:spPr/>
        <p:txBody>
          <a:bodyPr/>
          <a:lstStyle/>
          <a:p>
            <a:pPr algn="r"/>
            <a:r>
              <a:rPr lang="en-US"/>
              <a:t>Module: Physical Layer</a:t>
            </a:r>
          </a:p>
        </p:txBody>
      </p:sp>
      <p:pic>
        <p:nvPicPr>
          <p:cNvPr id="6" name="Picture 5" descr="C:\Users\prasap1\Desktop\ucs_c_460_large.jpg"/>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711748" y="990600"/>
            <a:ext cx="2152968" cy="1066800"/>
          </a:xfrm>
          <a:prstGeom prst="rect">
            <a:avLst/>
          </a:prstGeom>
          <a:noFill/>
          <a:ln>
            <a:noFill/>
          </a:ln>
        </p:spPr>
      </p:pic>
      <p:pic>
        <p:nvPicPr>
          <p:cNvPr id="7" name="Picture 6" descr="C:\Users\prasap1\Desktop\Server-Rack-psd47615.png"/>
          <p:cNvPicPr/>
          <p:nvPr/>
        </p:nvPicPr>
        <p:blipFill rotWithShape="1">
          <a:blip r:embed="rId5">
            <a:extLst>
              <a:ext uri="{28A0092B-C50C-407E-A947-70E740481C1C}">
                <a14:useLocalDpi xmlns:a14="http://schemas.microsoft.com/office/drawing/2010/main" val="0"/>
              </a:ext>
            </a:extLst>
          </a:blip>
          <a:srcRect r="3833" b="11223"/>
          <a:stretch/>
        </p:blipFill>
        <p:spPr bwMode="auto">
          <a:xfrm>
            <a:off x="6620716" y="2185200"/>
            <a:ext cx="2335032" cy="2186750"/>
          </a:xfrm>
          <a:prstGeom prst="rect">
            <a:avLst/>
          </a:prstGeom>
          <a:noFill/>
          <a:ln>
            <a:noFill/>
          </a:ln>
          <a:extLst>
            <a:ext uri="{53640926-AAD7-44D8-BBD7-CCE9431645EC}">
              <a14:shadowObscured xmlns:a14="http://schemas.microsoft.com/office/drawing/2010/main"/>
            </a:ext>
          </a:extLst>
        </p:spPr>
      </p:pic>
    </p:spTree>
    <p:custDataLst>
      <p:tags r:id="rId1"/>
    </p:custDataLst>
    <p:extLst>
      <p:ext uri="{BB962C8B-B14F-4D97-AF65-F5344CB8AC3E}">
        <p14:creationId xmlns:p14="http://schemas.microsoft.com/office/powerpoint/2010/main" val="375613510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solidFill>
                  <a:srgbClr val="C00000"/>
                </a:solidFill>
              </a:rPr>
              <a:t>Blade</a:t>
            </a:r>
            <a:r>
              <a:rPr lang="en-US" dirty="0">
                <a:solidFill>
                  <a:srgbClr val="C00000"/>
                </a:solidFill>
              </a:rPr>
              <a:t> </a:t>
            </a:r>
            <a:r>
              <a:rPr lang="en-US" b="1" dirty="0">
                <a:solidFill>
                  <a:srgbClr val="C00000"/>
                </a:solidFill>
              </a:rPr>
              <a:t>Compute</a:t>
            </a:r>
            <a:r>
              <a:rPr lang="en-US" dirty="0">
                <a:solidFill>
                  <a:srgbClr val="C00000"/>
                </a:solidFill>
              </a:rPr>
              <a:t> </a:t>
            </a:r>
            <a:r>
              <a:rPr lang="en-US" b="1" dirty="0">
                <a:solidFill>
                  <a:srgbClr val="C00000"/>
                </a:solidFill>
              </a:rPr>
              <a:t>System</a:t>
            </a:r>
          </a:p>
        </p:txBody>
      </p:sp>
      <p:sp>
        <p:nvSpPr>
          <p:cNvPr id="3" name="Content Placeholder 2"/>
          <p:cNvSpPr>
            <a:spLocks noGrp="1"/>
          </p:cNvSpPr>
          <p:nvPr>
            <p:ph sz="quarter" idx="10"/>
          </p:nvPr>
        </p:nvSpPr>
        <p:spPr>
          <a:xfrm>
            <a:off x="379413" y="990600"/>
            <a:ext cx="6136803" cy="3429000"/>
          </a:xfrm>
        </p:spPr>
        <p:txBody>
          <a:bodyPr/>
          <a:lstStyle/>
          <a:p>
            <a:r>
              <a:rPr lang="en-US" dirty="0"/>
              <a:t>Comprises an electronic circuit board with only the core processing components</a:t>
            </a:r>
          </a:p>
          <a:p>
            <a:r>
              <a:rPr lang="en-US" dirty="0">
                <a:solidFill>
                  <a:srgbClr val="C00000"/>
                </a:solidFill>
              </a:rPr>
              <a:t>Multiple blades are housed in a blade chassis</a:t>
            </a:r>
          </a:p>
          <a:p>
            <a:pPr lvl="1"/>
            <a:r>
              <a:rPr lang="en-US" dirty="0"/>
              <a:t>The chassis provides integrated power supply, cooling, networking, and management</a:t>
            </a:r>
          </a:p>
          <a:p>
            <a:r>
              <a:rPr lang="en-US" dirty="0"/>
              <a:t>Blades are interconnected via a high speed bus</a:t>
            </a:r>
          </a:p>
          <a:p>
            <a:r>
              <a:rPr lang="en-US" dirty="0"/>
              <a:t>Modular design increases compute system density and scalability</a:t>
            </a:r>
          </a:p>
        </p:txBody>
      </p:sp>
      <p:sp>
        <p:nvSpPr>
          <p:cNvPr id="4" name="Footer Placeholder 3"/>
          <p:cNvSpPr>
            <a:spLocks noGrp="1"/>
          </p:cNvSpPr>
          <p:nvPr>
            <p:ph type="ftr" sz="quarter" idx="3"/>
          </p:nvPr>
        </p:nvSpPr>
        <p:spPr/>
        <p:txBody>
          <a:bodyPr/>
          <a:lstStyle/>
          <a:p>
            <a:pPr algn="r"/>
            <a:r>
              <a:rPr lang="en-US"/>
              <a:t>Module: Physical Layer</a:t>
            </a:r>
          </a:p>
        </p:txBody>
      </p:sp>
      <p:pic>
        <p:nvPicPr>
          <p:cNvPr id="8" name="Picture 7" descr="C:\Users\prasap1\Desktop\b200_m3_blade_large.jpg"/>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98869" y="990600"/>
            <a:ext cx="2152800" cy="1065600"/>
          </a:xfrm>
          <a:prstGeom prst="rect">
            <a:avLst/>
          </a:prstGeom>
          <a:noFill/>
          <a:ln>
            <a:noFill/>
          </a:ln>
        </p:spPr>
      </p:pic>
      <p:pic>
        <p:nvPicPr>
          <p:cNvPr id="9" name="Picture 8" descr="C:\Users\prasap1\Desktop\UCS_HW.gif"/>
          <p:cNvPicPr/>
          <p:nvPr/>
        </p:nvPicPr>
        <p:blipFill rotWithShape="1">
          <a:blip r:embed="rId5" cstate="print">
            <a:extLst>
              <a:ext uri="{28A0092B-C50C-407E-A947-70E740481C1C}">
                <a14:useLocalDpi xmlns:a14="http://schemas.microsoft.com/office/drawing/2010/main" val="0"/>
              </a:ext>
            </a:extLst>
          </a:blip>
          <a:srcRect l="3438"/>
          <a:stretch/>
        </p:blipFill>
        <p:spPr bwMode="auto">
          <a:xfrm>
            <a:off x="6483595" y="2260457"/>
            <a:ext cx="2583347" cy="2099285"/>
          </a:xfrm>
          <a:prstGeom prst="rect">
            <a:avLst/>
          </a:prstGeom>
          <a:noFill/>
          <a:ln>
            <a:noFill/>
          </a:ln>
        </p:spPr>
      </p:pic>
    </p:spTree>
    <p:custDataLst>
      <p:tags r:id="rId1"/>
    </p:custDataLst>
    <p:extLst>
      <p:ext uri="{BB962C8B-B14F-4D97-AF65-F5344CB8AC3E}">
        <p14:creationId xmlns:p14="http://schemas.microsoft.com/office/powerpoint/2010/main" val="215646422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solidFill>
                  <a:srgbClr val="2C95DD"/>
                </a:solidFill>
              </a:rPr>
              <a:t>Lesson Summary</a:t>
            </a:r>
            <a:endParaRPr lang="en-US"/>
          </a:p>
        </p:txBody>
      </p:sp>
      <p:sp>
        <p:nvSpPr>
          <p:cNvPr id="4" name="Content Placeholder 3"/>
          <p:cNvSpPr>
            <a:spLocks noGrp="1"/>
          </p:cNvSpPr>
          <p:nvPr>
            <p:ph sz="quarter" idx="10"/>
          </p:nvPr>
        </p:nvSpPr>
        <p:spPr/>
        <p:txBody>
          <a:bodyPr/>
          <a:lstStyle/>
          <a:p>
            <a:pPr marL="0" indent="0">
              <a:buNone/>
            </a:pPr>
            <a:r>
              <a:rPr lang="en-US"/>
              <a:t>During this lesson the following topics were covered:</a:t>
            </a:r>
          </a:p>
          <a:p>
            <a:r>
              <a:rPr lang="en-US"/>
              <a:t>Key components of a compute system</a:t>
            </a:r>
          </a:p>
          <a:p>
            <a:r>
              <a:rPr lang="en-US"/>
              <a:t>Software deployed on compute systems</a:t>
            </a:r>
          </a:p>
          <a:p>
            <a:r>
              <a:rPr lang="en-US"/>
              <a:t>Types of compute systems: tower, rack-mounted, and blade</a:t>
            </a:r>
          </a:p>
        </p:txBody>
      </p:sp>
      <p:sp>
        <p:nvSpPr>
          <p:cNvPr id="3" name="Footer Placeholder 2"/>
          <p:cNvSpPr>
            <a:spLocks noGrp="1"/>
          </p:cNvSpPr>
          <p:nvPr>
            <p:ph type="ftr" sz="quarter" idx="3"/>
          </p:nvPr>
        </p:nvSpPr>
        <p:spPr>
          <a:prstGeom prst="rect">
            <a:avLst/>
          </a:prstGeom>
        </p:spPr>
        <p:txBody>
          <a:bodyPr/>
          <a:lstStyle/>
          <a:p>
            <a:pPr algn="r"/>
            <a:r>
              <a:rPr lang="en-US"/>
              <a:t>Module: Physical Layer</a:t>
            </a:r>
          </a:p>
        </p:txBody>
      </p:sp>
    </p:spTree>
    <p:custDataLst>
      <p:tags r:id="rId1"/>
    </p:custDataLst>
    <p:extLst>
      <p:ext uri="{BB962C8B-B14F-4D97-AF65-F5344CB8AC3E}">
        <p14:creationId xmlns:p14="http://schemas.microsoft.com/office/powerpoint/2010/main" val="365965834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solidFill>
                  <a:srgbClr val="C00000"/>
                </a:solidFill>
              </a:rPr>
              <a:t>Lesson: Storage System</a:t>
            </a:r>
          </a:p>
        </p:txBody>
      </p:sp>
      <p:sp>
        <p:nvSpPr>
          <p:cNvPr id="5" name="Content Placeholder 4"/>
          <p:cNvSpPr>
            <a:spLocks noGrp="1"/>
          </p:cNvSpPr>
          <p:nvPr>
            <p:ph sz="quarter" idx="10"/>
          </p:nvPr>
        </p:nvSpPr>
        <p:spPr/>
        <p:txBody>
          <a:bodyPr/>
          <a:lstStyle/>
          <a:p>
            <a:pPr marL="0" indent="0">
              <a:buNone/>
              <a:defRPr/>
            </a:pPr>
            <a:r>
              <a:rPr lang="en-US" dirty="0"/>
              <a:t>This lesson covers the following topics:</a:t>
            </a:r>
          </a:p>
          <a:p>
            <a:pPr>
              <a:defRPr/>
            </a:pPr>
            <a:r>
              <a:rPr lang="en-US" dirty="0"/>
              <a:t>Types of storage devices</a:t>
            </a:r>
          </a:p>
          <a:p>
            <a:pPr>
              <a:defRPr/>
            </a:pPr>
            <a:r>
              <a:rPr lang="en-US" dirty="0"/>
              <a:t>Redundant Array of Independent Disks (RAID)</a:t>
            </a:r>
          </a:p>
          <a:p>
            <a:pPr>
              <a:defRPr/>
            </a:pPr>
            <a:r>
              <a:rPr lang="en-US" dirty="0"/>
              <a:t>Storage system architectures</a:t>
            </a:r>
          </a:p>
        </p:txBody>
      </p:sp>
      <p:sp>
        <p:nvSpPr>
          <p:cNvPr id="2" name="Footer Placeholder 1"/>
          <p:cNvSpPr>
            <a:spLocks noGrp="1"/>
          </p:cNvSpPr>
          <p:nvPr>
            <p:ph type="ftr" sz="quarter" idx="3"/>
          </p:nvPr>
        </p:nvSpPr>
        <p:spPr>
          <a:prstGeom prst="rect">
            <a:avLst/>
          </a:prstGeom>
        </p:spPr>
        <p:txBody>
          <a:bodyPr/>
          <a:lstStyle/>
          <a:p>
            <a:pPr algn="r"/>
            <a:r>
              <a:rPr lang="en-US"/>
              <a:t>Module: Physical Layer</a:t>
            </a:r>
          </a:p>
        </p:txBody>
      </p:sp>
    </p:spTree>
    <p:custDataLst>
      <p:tags r:id="rId1"/>
    </p:custDataLst>
    <p:extLst>
      <p:ext uri="{BB962C8B-B14F-4D97-AF65-F5344CB8AC3E}">
        <p14:creationId xmlns:p14="http://schemas.microsoft.com/office/powerpoint/2010/main" val="400009884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Introduction to Storage System</a:t>
            </a:r>
          </a:p>
        </p:txBody>
      </p:sp>
      <p:sp>
        <p:nvSpPr>
          <p:cNvPr id="3" name="Content Placeholder 2"/>
          <p:cNvSpPr>
            <a:spLocks noGrp="1"/>
          </p:cNvSpPr>
          <p:nvPr>
            <p:ph sz="quarter" idx="10"/>
          </p:nvPr>
        </p:nvSpPr>
        <p:spPr/>
        <p:txBody>
          <a:bodyPr/>
          <a:lstStyle/>
          <a:p>
            <a:r>
              <a:rPr lang="en-US"/>
              <a:t>A storage system is the repository for saving and retrieving electronic data</a:t>
            </a:r>
          </a:p>
          <a:p>
            <a:r>
              <a:rPr lang="en-US"/>
              <a:t>Providers offer storage capacity along with compute systems, or as a service</a:t>
            </a:r>
          </a:p>
          <a:p>
            <a:pPr lvl="1"/>
            <a:r>
              <a:rPr lang="en-US"/>
              <a:t>Storage as a Service enables data backup and long-term data retention</a:t>
            </a:r>
          </a:p>
          <a:p>
            <a:r>
              <a:rPr lang="en-US"/>
              <a:t>Cloud storage provides massive scalability and rapid elasticity of storage resources</a:t>
            </a:r>
          </a:p>
          <a:p>
            <a:r>
              <a:rPr lang="en-US"/>
              <a:t>Typically, a provider uses virtualization to create storage pools that are shared by multiple consumers</a:t>
            </a:r>
          </a:p>
        </p:txBody>
      </p:sp>
      <p:sp>
        <p:nvSpPr>
          <p:cNvPr id="4" name="Footer Placeholder 3"/>
          <p:cNvSpPr>
            <a:spLocks noGrp="1"/>
          </p:cNvSpPr>
          <p:nvPr>
            <p:ph type="ftr" sz="quarter" idx="3"/>
          </p:nvPr>
        </p:nvSpPr>
        <p:spPr/>
        <p:txBody>
          <a:bodyPr/>
          <a:lstStyle/>
          <a:p>
            <a:pPr algn="r"/>
            <a:r>
              <a:rPr lang="en-US"/>
              <a:t>Module: Physical Layer</a:t>
            </a:r>
          </a:p>
        </p:txBody>
      </p:sp>
    </p:spTree>
    <p:custDataLst>
      <p:tags r:id="rId1"/>
    </p:custDataLst>
    <p:extLst>
      <p:ext uri="{BB962C8B-B14F-4D97-AF65-F5344CB8AC3E}">
        <p14:creationId xmlns:p14="http://schemas.microsoft.com/office/powerpoint/2010/main" val="215341298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solidFill>
                  <a:srgbClr val="C00000"/>
                </a:solidFill>
              </a:rPr>
              <a:t>Types of Storage Devices</a:t>
            </a:r>
          </a:p>
        </p:txBody>
      </p:sp>
      <p:sp>
        <p:nvSpPr>
          <p:cNvPr id="3" name="Footer Placeholder 2"/>
          <p:cNvSpPr>
            <a:spLocks noGrp="1"/>
          </p:cNvSpPr>
          <p:nvPr>
            <p:ph type="ftr" sz="quarter" idx="3"/>
          </p:nvPr>
        </p:nvSpPr>
        <p:spPr>
          <a:prstGeom prst="rect">
            <a:avLst/>
          </a:prstGeom>
        </p:spPr>
        <p:txBody>
          <a:bodyPr/>
          <a:lstStyle/>
          <a:p>
            <a:pPr algn="r"/>
            <a:r>
              <a:rPr lang="en-US"/>
              <a:t>Module: Physical Layer</a:t>
            </a:r>
          </a:p>
        </p:txBody>
      </p:sp>
      <p:graphicFrame>
        <p:nvGraphicFramePr>
          <p:cNvPr id="6" name="Content Placeholder 5"/>
          <p:cNvGraphicFramePr>
            <a:graphicFrameLocks noGrp="1"/>
          </p:cNvGraphicFramePr>
          <p:nvPr>
            <p:ph sz="quarter" idx="10"/>
            <p:extLst>
              <p:ext uri="{D42A27DB-BD31-4B8C-83A1-F6EECF244321}">
                <p14:modId xmlns:p14="http://schemas.microsoft.com/office/powerpoint/2010/main" val="789273693"/>
              </p:ext>
            </p:extLst>
          </p:nvPr>
        </p:nvGraphicFramePr>
        <p:xfrm>
          <a:off x="379413" y="990600"/>
          <a:ext cx="8458200" cy="3429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401216376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Types of Storage Devices</a:t>
            </a:r>
          </a:p>
        </p:txBody>
      </p:sp>
      <p:sp>
        <p:nvSpPr>
          <p:cNvPr id="3" name="Footer Placeholder 2"/>
          <p:cNvSpPr>
            <a:spLocks noGrp="1"/>
          </p:cNvSpPr>
          <p:nvPr>
            <p:ph type="ftr" sz="quarter" idx="3"/>
          </p:nvPr>
        </p:nvSpPr>
        <p:spPr>
          <a:prstGeom prst="rect">
            <a:avLst/>
          </a:prstGeom>
        </p:spPr>
        <p:txBody>
          <a:bodyPr/>
          <a:lstStyle/>
          <a:p>
            <a:pPr algn="r"/>
            <a:r>
              <a:rPr lang="en-US"/>
              <a:t>Module: Physical Layer</a:t>
            </a:r>
          </a:p>
        </p:txBody>
      </p:sp>
      <p:graphicFrame>
        <p:nvGraphicFramePr>
          <p:cNvPr id="8" name="Content Placeholder 5"/>
          <p:cNvGraphicFramePr>
            <a:graphicFrameLocks noGrp="1"/>
          </p:cNvGraphicFramePr>
          <p:nvPr>
            <p:ph sz="quarter" idx="10"/>
            <p:extLst>
              <p:ext uri="{D42A27DB-BD31-4B8C-83A1-F6EECF244321}">
                <p14:modId xmlns:p14="http://schemas.microsoft.com/office/powerpoint/2010/main" val="3639326437"/>
              </p:ext>
            </p:extLst>
          </p:nvPr>
        </p:nvGraphicFramePr>
        <p:xfrm>
          <a:off x="379413" y="990600"/>
          <a:ext cx="8458200" cy="3429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5783832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solidFill>
                  <a:srgbClr val="C00000"/>
                </a:solidFill>
              </a:rPr>
              <a:t>Redundant Array of Independent Disks (RAID)</a:t>
            </a:r>
          </a:p>
        </p:txBody>
      </p:sp>
      <p:sp>
        <p:nvSpPr>
          <p:cNvPr id="5" name="Content Placeholder 4"/>
          <p:cNvSpPr>
            <a:spLocks noGrp="1"/>
          </p:cNvSpPr>
          <p:nvPr>
            <p:ph sz="quarter" idx="10"/>
          </p:nvPr>
        </p:nvSpPr>
        <p:spPr>
          <a:xfrm>
            <a:off x="379413" y="2211710"/>
            <a:ext cx="8458200" cy="2207890"/>
          </a:xfrm>
        </p:spPr>
        <p:txBody>
          <a:bodyPr/>
          <a:lstStyle/>
          <a:p>
            <a:r>
              <a:rPr lang="en-US" dirty="0"/>
              <a:t>Improves storage system performance by serving I/</a:t>
            </a:r>
            <a:r>
              <a:rPr lang="en-US" dirty="0" err="1"/>
              <a:t>Os</a:t>
            </a:r>
            <a:r>
              <a:rPr lang="en-US" dirty="0"/>
              <a:t> from multiple drives simultaneously</a:t>
            </a:r>
          </a:p>
          <a:p>
            <a:r>
              <a:rPr lang="en-US" dirty="0"/>
              <a:t>Provides data protection against drive failures</a:t>
            </a:r>
          </a:p>
          <a:p>
            <a:r>
              <a:rPr lang="en-US" dirty="0"/>
              <a:t>Three key techniques used for RAID: </a:t>
            </a:r>
            <a:r>
              <a:rPr lang="en-US" dirty="0">
                <a:solidFill>
                  <a:srgbClr val="C00000"/>
                </a:solidFill>
              </a:rPr>
              <a:t>striping, mirroring, and parity</a:t>
            </a:r>
          </a:p>
        </p:txBody>
      </p:sp>
      <p:sp>
        <p:nvSpPr>
          <p:cNvPr id="3" name="Footer Placeholder 2"/>
          <p:cNvSpPr>
            <a:spLocks noGrp="1"/>
          </p:cNvSpPr>
          <p:nvPr>
            <p:ph type="ftr" sz="quarter" idx="3"/>
          </p:nvPr>
        </p:nvSpPr>
        <p:spPr>
          <a:prstGeom prst="rect">
            <a:avLst/>
          </a:prstGeom>
        </p:spPr>
        <p:txBody>
          <a:bodyPr/>
          <a:lstStyle/>
          <a:p>
            <a:pPr algn="r"/>
            <a:r>
              <a:rPr lang="en-US"/>
              <a:t>Module: Physical Layer</a:t>
            </a:r>
          </a:p>
        </p:txBody>
      </p:sp>
      <p:sp>
        <p:nvSpPr>
          <p:cNvPr id="7" name="Rectangle 6"/>
          <p:cNvSpPr/>
          <p:nvPr/>
        </p:nvSpPr>
        <p:spPr>
          <a:xfrm>
            <a:off x="294017" y="104441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609600" y="1113130"/>
            <a:ext cx="8229600" cy="882556"/>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600">
                <a:solidFill>
                  <a:schemeClr val="tx1"/>
                </a:solidFill>
              </a:rPr>
              <a:t>A storage technology in which data is written in blocks across multiple disk drives that are combined into a logical unit called a RAID group.</a:t>
            </a:r>
          </a:p>
        </p:txBody>
      </p:sp>
      <p:sp>
        <p:nvSpPr>
          <p:cNvPr id="9" name="Rectangle 8"/>
          <p:cNvSpPr/>
          <p:nvPr/>
        </p:nvSpPr>
        <p:spPr>
          <a:xfrm>
            <a:off x="343787" y="914400"/>
            <a:ext cx="4343400" cy="397459"/>
          </a:xfrm>
          <a:prstGeom prst="rect">
            <a:avLst/>
          </a:prstGeom>
          <a:solidFill>
            <a:srgbClr val="2C95DD"/>
          </a:solidFill>
          <a:ln>
            <a:noFill/>
          </a:ln>
        </p:spPr>
        <p:style>
          <a:lnRef idx="1">
            <a:schemeClr val="accent1"/>
          </a:lnRef>
          <a:fillRef idx="1002">
            <a:schemeClr val="lt1"/>
          </a:fillRef>
          <a:effectRef idx="2">
            <a:schemeClr val="accent1"/>
          </a:effectRef>
          <a:fontRef idx="minor">
            <a:schemeClr val="lt1"/>
          </a:fontRef>
        </p:style>
        <p:txBody>
          <a:bodyPr rtlCol="0" anchor="ctr"/>
          <a:lstStyle/>
          <a:p>
            <a:r>
              <a:rPr lang="en-US" sz="1600" b="1"/>
              <a:t>RAID</a:t>
            </a:r>
          </a:p>
        </p:txBody>
      </p:sp>
    </p:spTree>
    <p:custDataLst>
      <p:tags r:id="rId1"/>
    </p:custDataLst>
    <p:extLst>
      <p:ext uri="{BB962C8B-B14F-4D97-AF65-F5344CB8AC3E}">
        <p14:creationId xmlns:p14="http://schemas.microsoft.com/office/powerpoint/2010/main" val="312267827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solidFill>
                  <a:srgbClr val="C00000"/>
                </a:solidFill>
              </a:rPr>
              <a:t>RAID Technique: Striping</a:t>
            </a:r>
          </a:p>
        </p:txBody>
      </p:sp>
      <p:sp>
        <p:nvSpPr>
          <p:cNvPr id="3" name="Footer Placeholder 2"/>
          <p:cNvSpPr>
            <a:spLocks noGrp="1"/>
          </p:cNvSpPr>
          <p:nvPr>
            <p:ph type="ftr" sz="quarter" idx="3"/>
          </p:nvPr>
        </p:nvSpPr>
        <p:spPr>
          <a:prstGeom prst="rect">
            <a:avLst/>
          </a:prstGeom>
        </p:spPr>
        <p:txBody>
          <a:bodyPr/>
          <a:lstStyle/>
          <a:p>
            <a:pPr algn="r"/>
            <a:r>
              <a:rPr lang="en-US"/>
              <a:t>Module: Physical Layer</a:t>
            </a:r>
          </a:p>
        </p:txBody>
      </p:sp>
      <p:sp>
        <p:nvSpPr>
          <p:cNvPr id="7" name="Rectangle 6"/>
          <p:cNvSpPr/>
          <p:nvPr/>
        </p:nvSpPr>
        <p:spPr>
          <a:xfrm>
            <a:off x="294017" y="104441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609600" y="1113130"/>
            <a:ext cx="8229600" cy="882556"/>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600">
                <a:solidFill>
                  <a:schemeClr val="tx1"/>
                </a:solidFill>
              </a:rPr>
              <a:t>A RAID technique to spread data across multiple drives in order to use the drives in parallel.</a:t>
            </a:r>
          </a:p>
        </p:txBody>
      </p:sp>
      <p:sp>
        <p:nvSpPr>
          <p:cNvPr id="9" name="Rectangle 8"/>
          <p:cNvSpPr/>
          <p:nvPr/>
        </p:nvSpPr>
        <p:spPr>
          <a:xfrm>
            <a:off x="343787" y="914400"/>
            <a:ext cx="4343400" cy="397459"/>
          </a:xfrm>
          <a:prstGeom prst="rect">
            <a:avLst/>
          </a:prstGeom>
          <a:solidFill>
            <a:srgbClr val="2C95DD"/>
          </a:solidFill>
          <a:ln>
            <a:noFill/>
          </a:ln>
        </p:spPr>
        <p:style>
          <a:lnRef idx="1">
            <a:schemeClr val="accent1"/>
          </a:lnRef>
          <a:fillRef idx="1002">
            <a:schemeClr val="lt1"/>
          </a:fillRef>
          <a:effectRef idx="2">
            <a:schemeClr val="accent1"/>
          </a:effectRef>
          <a:fontRef idx="minor">
            <a:schemeClr val="lt1"/>
          </a:fontRef>
        </p:style>
        <p:txBody>
          <a:bodyPr rtlCol="0" anchor="ctr"/>
          <a:lstStyle/>
          <a:p>
            <a:r>
              <a:rPr lang="en-US" sz="1600" b="1"/>
              <a:t>Striping</a:t>
            </a:r>
          </a:p>
        </p:txBody>
      </p:sp>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4774" y="2132154"/>
            <a:ext cx="6554452" cy="2614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51006480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solidFill>
                  <a:srgbClr val="C00000"/>
                </a:solidFill>
              </a:rPr>
              <a:t>RAID Technique: Mirroring</a:t>
            </a:r>
          </a:p>
        </p:txBody>
      </p:sp>
      <p:sp>
        <p:nvSpPr>
          <p:cNvPr id="3" name="Footer Placeholder 2"/>
          <p:cNvSpPr>
            <a:spLocks noGrp="1"/>
          </p:cNvSpPr>
          <p:nvPr>
            <p:ph type="ftr" sz="quarter" idx="3"/>
          </p:nvPr>
        </p:nvSpPr>
        <p:spPr>
          <a:prstGeom prst="rect">
            <a:avLst/>
          </a:prstGeom>
        </p:spPr>
        <p:txBody>
          <a:bodyPr/>
          <a:lstStyle/>
          <a:p>
            <a:pPr algn="r"/>
            <a:r>
              <a:rPr lang="en-US"/>
              <a:t>Module: Physical Layer</a:t>
            </a:r>
          </a:p>
        </p:txBody>
      </p:sp>
      <p:sp>
        <p:nvSpPr>
          <p:cNvPr id="7" name="Rectangle 6"/>
          <p:cNvSpPr/>
          <p:nvPr/>
        </p:nvSpPr>
        <p:spPr>
          <a:xfrm>
            <a:off x="294017" y="104441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609600" y="1113130"/>
            <a:ext cx="8229600" cy="882556"/>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600">
                <a:solidFill>
                  <a:schemeClr val="tx1"/>
                </a:solidFill>
              </a:rPr>
              <a:t>A RAID technique to store the same data simultaneously on two different drives, yielding two copies of the data.</a:t>
            </a:r>
          </a:p>
        </p:txBody>
      </p:sp>
      <p:sp>
        <p:nvSpPr>
          <p:cNvPr id="9" name="Rectangle 8"/>
          <p:cNvSpPr/>
          <p:nvPr/>
        </p:nvSpPr>
        <p:spPr>
          <a:xfrm>
            <a:off x="343787" y="914400"/>
            <a:ext cx="4343400" cy="397459"/>
          </a:xfrm>
          <a:prstGeom prst="rect">
            <a:avLst/>
          </a:prstGeom>
          <a:solidFill>
            <a:srgbClr val="2C95DD"/>
          </a:solidFill>
          <a:ln>
            <a:noFill/>
          </a:ln>
        </p:spPr>
        <p:style>
          <a:lnRef idx="1">
            <a:schemeClr val="accent1"/>
          </a:lnRef>
          <a:fillRef idx="1002">
            <a:schemeClr val="lt1"/>
          </a:fillRef>
          <a:effectRef idx="2">
            <a:schemeClr val="accent1"/>
          </a:effectRef>
          <a:fontRef idx="minor">
            <a:schemeClr val="lt1"/>
          </a:fontRef>
        </p:style>
        <p:txBody>
          <a:bodyPr rtlCol="0" anchor="ctr"/>
          <a:lstStyle/>
          <a:p>
            <a:r>
              <a:rPr lang="en-US" sz="1600" b="1"/>
              <a:t>Mirroring</a:t>
            </a:r>
          </a:p>
        </p:txBody>
      </p:sp>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1662" y="2193518"/>
            <a:ext cx="6260677" cy="2106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68531476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solidFill>
                  <a:srgbClr val="C00000"/>
                </a:solidFill>
              </a:rPr>
              <a:t>RAID Technique: Parity</a:t>
            </a:r>
          </a:p>
        </p:txBody>
      </p:sp>
      <p:sp>
        <p:nvSpPr>
          <p:cNvPr id="3" name="Footer Placeholder 2"/>
          <p:cNvSpPr>
            <a:spLocks noGrp="1"/>
          </p:cNvSpPr>
          <p:nvPr>
            <p:ph type="ftr" sz="quarter" idx="3"/>
          </p:nvPr>
        </p:nvSpPr>
        <p:spPr>
          <a:prstGeom prst="rect">
            <a:avLst/>
          </a:prstGeom>
        </p:spPr>
        <p:txBody>
          <a:bodyPr/>
          <a:lstStyle/>
          <a:p>
            <a:pPr algn="r"/>
            <a:r>
              <a:rPr lang="en-US"/>
              <a:t>Module: Physical Layer</a:t>
            </a:r>
          </a:p>
        </p:txBody>
      </p:sp>
      <p:sp>
        <p:nvSpPr>
          <p:cNvPr id="7" name="Rectangle 6"/>
          <p:cNvSpPr/>
          <p:nvPr/>
        </p:nvSpPr>
        <p:spPr>
          <a:xfrm>
            <a:off x="294017" y="104441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609600" y="1113130"/>
            <a:ext cx="8229600" cy="1098580"/>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600">
                <a:solidFill>
                  <a:schemeClr val="tx1"/>
                </a:solidFill>
              </a:rPr>
              <a:t>A RAID technique to protect striped data from drive failure by performing a mathematical operation on individual strips and storing the result on a portion of the RAID group.</a:t>
            </a:r>
          </a:p>
        </p:txBody>
      </p:sp>
      <p:sp>
        <p:nvSpPr>
          <p:cNvPr id="9" name="Rectangle 8"/>
          <p:cNvSpPr/>
          <p:nvPr/>
        </p:nvSpPr>
        <p:spPr>
          <a:xfrm>
            <a:off x="343787" y="914400"/>
            <a:ext cx="4343400" cy="397459"/>
          </a:xfrm>
          <a:prstGeom prst="rect">
            <a:avLst/>
          </a:prstGeom>
          <a:solidFill>
            <a:srgbClr val="2C95DD"/>
          </a:solidFill>
          <a:ln>
            <a:noFill/>
          </a:ln>
        </p:spPr>
        <p:style>
          <a:lnRef idx="1">
            <a:schemeClr val="accent1"/>
          </a:lnRef>
          <a:fillRef idx="1002">
            <a:schemeClr val="lt1"/>
          </a:fillRef>
          <a:effectRef idx="2">
            <a:schemeClr val="accent1"/>
          </a:effectRef>
          <a:fontRef idx="minor">
            <a:schemeClr val="lt1"/>
          </a:fontRef>
        </p:style>
        <p:txBody>
          <a:bodyPr rtlCol="0" anchor="ctr"/>
          <a:lstStyle/>
          <a:p>
            <a:r>
              <a:rPr lang="en-US" sz="1600" b="1"/>
              <a:t>Parity</a:t>
            </a:r>
          </a:p>
        </p:txBody>
      </p:sp>
      <p:pic>
        <p:nvPicPr>
          <p:cNvPr id="512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576" y="2308226"/>
            <a:ext cx="4114849" cy="24354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25534661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Common RAID Levels</a:t>
            </a:r>
          </a:p>
        </p:txBody>
      </p:sp>
      <p:sp>
        <p:nvSpPr>
          <p:cNvPr id="3" name="Footer Placeholder 2"/>
          <p:cNvSpPr>
            <a:spLocks noGrp="1"/>
          </p:cNvSpPr>
          <p:nvPr>
            <p:ph type="ftr" sz="quarter" idx="3"/>
          </p:nvPr>
        </p:nvSpPr>
        <p:spPr>
          <a:prstGeom prst="rect">
            <a:avLst/>
          </a:prstGeom>
        </p:spPr>
        <p:txBody>
          <a:bodyPr/>
          <a:lstStyle/>
          <a:p>
            <a:pPr algn="r"/>
            <a:r>
              <a:rPr lang="en-US"/>
              <a:t>Module: Physical Layer</a:t>
            </a:r>
          </a:p>
        </p:txBody>
      </p:sp>
      <p:graphicFrame>
        <p:nvGraphicFramePr>
          <p:cNvPr id="6" name="Content Placeholder 5"/>
          <p:cNvGraphicFramePr>
            <a:graphicFrameLocks noGrp="1"/>
          </p:cNvGraphicFramePr>
          <p:nvPr>
            <p:ph sz="quarter" idx="10"/>
            <p:extLst>
              <p:ext uri="{D42A27DB-BD31-4B8C-83A1-F6EECF244321}">
                <p14:modId xmlns:p14="http://schemas.microsoft.com/office/powerpoint/2010/main" val="1035184008"/>
              </p:ext>
            </p:extLst>
          </p:nvPr>
        </p:nvGraphicFramePr>
        <p:xfrm>
          <a:off x="379413" y="990600"/>
          <a:ext cx="8458200" cy="3429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370142919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Data Access Methods</a:t>
            </a:r>
          </a:p>
        </p:txBody>
      </p:sp>
      <p:sp>
        <p:nvSpPr>
          <p:cNvPr id="4" name="Footer Placeholder 3"/>
          <p:cNvSpPr>
            <a:spLocks noGrp="1"/>
          </p:cNvSpPr>
          <p:nvPr>
            <p:ph type="ftr" sz="quarter" idx="3"/>
          </p:nvPr>
        </p:nvSpPr>
        <p:spPr/>
        <p:txBody>
          <a:bodyPr/>
          <a:lstStyle/>
          <a:p>
            <a:pPr algn="r"/>
            <a:r>
              <a:rPr lang="en-US"/>
              <a:t>Module: Physical Layer</a:t>
            </a:r>
          </a:p>
        </p:txBody>
      </p:sp>
      <p:pic>
        <p:nvPicPr>
          <p:cNvPr id="614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2026" y="681750"/>
            <a:ext cx="6899949" cy="378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53417356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Storage System Architecture</a:t>
            </a:r>
          </a:p>
        </p:txBody>
      </p:sp>
      <p:sp>
        <p:nvSpPr>
          <p:cNvPr id="3" name="Content Placeholder 2"/>
          <p:cNvSpPr>
            <a:spLocks noGrp="1"/>
          </p:cNvSpPr>
          <p:nvPr>
            <p:ph sz="quarter" idx="10"/>
          </p:nvPr>
        </p:nvSpPr>
        <p:spPr/>
        <p:txBody>
          <a:bodyPr/>
          <a:lstStyle/>
          <a:p>
            <a:r>
              <a:rPr lang="en-US"/>
              <a:t>Storage system architectures are based on the data access methods</a:t>
            </a:r>
          </a:p>
          <a:p>
            <a:r>
              <a:rPr lang="en-US"/>
              <a:t>Common storage system options are:</a:t>
            </a:r>
          </a:p>
          <a:p>
            <a:pPr lvl="1"/>
            <a:r>
              <a:rPr lang="en-US"/>
              <a:t>Block-based</a:t>
            </a:r>
          </a:p>
          <a:p>
            <a:pPr lvl="1"/>
            <a:r>
              <a:rPr lang="en-US"/>
              <a:t>File-based</a:t>
            </a:r>
          </a:p>
          <a:p>
            <a:pPr lvl="1"/>
            <a:r>
              <a:rPr lang="en-US"/>
              <a:t>Object-based</a:t>
            </a:r>
          </a:p>
          <a:p>
            <a:pPr lvl="1"/>
            <a:r>
              <a:rPr lang="en-US"/>
              <a:t>Unified</a:t>
            </a:r>
          </a:p>
        </p:txBody>
      </p:sp>
      <p:sp>
        <p:nvSpPr>
          <p:cNvPr id="4" name="Footer Placeholder 3"/>
          <p:cNvSpPr>
            <a:spLocks noGrp="1"/>
          </p:cNvSpPr>
          <p:nvPr>
            <p:ph type="ftr" sz="quarter" idx="3"/>
          </p:nvPr>
        </p:nvSpPr>
        <p:spPr/>
        <p:txBody>
          <a:bodyPr/>
          <a:lstStyle/>
          <a:p>
            <a:pPr algn="r"/>
            <a:r>
              <a:rPr lang="en-US"/>
              <a:t>Module: Physical Layer</a:t>
            </a:r>
          </a:p>
        </p:txBody>
      </p:sp>
    </p:spTree>
    <p:custDataLst>
      <p:tags r:id="rId1"/>
    </p:custDataLst>
    <p:extLst>
      <p:ext uri="{BB962C8B-B14F-4D97-AF65-F5344CB8AC3E}">
        <p14:creationId xmlns:p14="http://schemas.microsoft.com/office/powerpoint/2010/main" val="99166966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Block-based Storage System</a:t>
            </a:r>
          </a:p>
        </p:txBody>
      </p:sp>
      <p:sp>
        <p:nvSpPr>
          <p:cNvPr id="3" name="Content Placeholder 2"/>
          <p:cNvSpPr>
            <a:spLocks noGrp="1"/>
          </p:cNvSpPr>
          <p:nvPr>
            <p:ph sz="quarter" idx="10"/>
          </p:nvPr>
        </p:nvSpPr>
        <p:spPr/>
        <p:txBody>
          <a:bodyPr/>
          <a:lstStyle/>
          <a:p>
            <a:r>
              <a:rPr lang="en-US"/>
              <a:t>Enables creating and assigning storage volumes to compute systems</a:t>
            </a:r>
            <a:endParaRPr lang="en-US">
              <a:solidFill>
                <a:srgbClr val="FFC000"/>
              </a:solidFill>
            </a:endParaRPr>
          </a:p>
          <a:p>
            <a:pPr lvl="1"/>
            <a:r>
              <a:rPr lang="en-US"/>
              <a:t>Compute system discovers the volumes as local drives</a:t>
            </a:r>
          </a:p>
          <a:p>
            <a:pPr lvl="1"/>
            <a:r>
              <a:rPr lang="en-US"/>
              <a:t>Required file system can be created on the volumes</a:t>
            </a:r>
          </a:p>
        </p:txBody>
      </p:sp>
      <p:sp>
        <p:nvSpPr>
          <p:cNvPr id="4" name="Footer Placeholder 3"/>
          <p:cNvSpPr>
            <a:spLocks noGrp="1"/>
          </p:cNvSpPr>
          <p:nvPr>
            <p:ph type="ftr" sz="quarter" idx="3"/>
          </p:nvPr>
        </p:nvSpPr>
        <p:spPr/>
        <p:txBody>
          <a:bodyPr/>
          <a:lstStyle/>
          <a:p>
            <a:pPr algn="r"/>
            <a:r>
              <a:rPr lang="en-US"/>
              <a:t>Module: Physical Layer</a:t>
            </a:r>
          </a:p>
        </p:txBody>
      </p:sp>
      <p:pic>
        <p:nvPicPr>
          <p:cNvPr id="717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9235" y="2365314"/>
            <a:ext cx="6785531" cy="2296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9018983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Block-based Storage System</a:t>
            </a:r>
          </a:p>
        </p:txBody>
      </p:sp>
      <p:sp>
        <p:nvSpPr>
          <p:cNvPr id="3" name="Content Placeholder 2"/>
          <p:cNvSpPr>
            <a:spLocks noGrp="1"/>
          </p:cNvSpPr>
          <p:nvPr>
            <p:ph sz="quarter" idx="10"/>
          </p:nvPr>
        </p:nvSpPr>
        <p:spPr/>
        <p:txBody>
          <a:bodyPr/>
          <a:lstStyle/>
          <a:p>
            <a:r>
              <a:rPr lang="en-US"/>
              <a:t>Enables creating and assigning storage volumes to compute systems</a:t>
            </a:r>
          </a:p>
          <a:p>
            <a:pPr lvl="1"/>
            <a:r>
              <a:rPr lang="en-US"/>
              <a:t>Compute system discovers the volumes as local drives</a:t>
            </a:r>
          </a:p>
          <a:p>
            <a:pPr lvl="1"/>
            <a:r>
              <a:rPr lang="en-US"/>
              <a:t>Required file system can be created on the volumes</a:t>
            </a:r>
          </a:p>
        </p:txBody>
      </p:sp>
      <p:sp>
        <p:nvSpPr>
          <p:cNvPr id="4" name="Footer Placeholder 3"/>
          <p:cNvSpPr>
            <a:spLocks noGrp="1"/>
          </p:cNvSpPr>
          <p:nvPr>
            <p:ph type="ftr" sz="quarter" idx="3"/>
          </p:nvPr>
        </p:nvSpPr>
        <p:spPr/>
        <p:txBody>
          <a:bodyPr/>
          <a:lstStyle/>
          <a:p>
            <a:pPr algn="r"/>
            <a:r>
              <a:rPr lang="en-US"/>
              <a:t>Module: Physical Layer</a:t>
            </a:r>
          </a:p>
        </p:txBody>
      </p:sp>
      <p:pic>
        <p:nvPicPr>
          <p:cNvPr id="717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9235" y="2365314"/>
            <a:ext cx="6785531" cy="2296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27821293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46113" y="396240"/>
            <a:ext cx="8458200" cy="457200"/>
          </a:xfrm>
        </p:spPr>
        <p:txBody>
          <a:bodyPr/>
          <a:lstStyle/>
          <a:p>
            <a:r>
              <a:rPr lang="en-US"/>
              <a:t>File-based Storage System</a:t>
            </a:r>
          </a:p>
        </p:txBody>
      </p:sp>
      <p:sp>
        <p:nvSpPr>
          <p:cNvPr id="3" name="Content Placeholder 2"/>
          <p:cNvSpPr>
            <a:spLocks noGrp="1"/>
          </p:cNvSpPr>
          <p:nvPr>
            <p:ph sz="quarter" idx="10"/>
          </p:nvPr>
        </p:nvSpPr>
        <p:spPr>
          <a:xfrm>
            <a:off x="379413" y="990600"/>
            <a:ext cx="4120579" cy="3429000"/>
          </a:xfrm>
        </p:spPr>
        <p:txBody>
          <a:bodyPr/>
          <a:lstStyle/>
          <a:p>
            <a:r>
              <a:rPr lang="en-US"/>
              <a:t>A dedicated, high performance file server with storage (also known as Network-attached Storage)</a:t>
            </a:r>
          </a:p>
          <a:p>
            <a:r>
              <a:rPr lang="en-US"/>
              <a:t>Enables clients to share files over an IP network</a:t>
            </a:r>
          </a:p>
          <a:p>
            <a:pPr lvl="1"/>
            <a:r>
              <a:rPr lang="en-US"/>
              <a:t>Supports data sharing for UNIX and Windows users</a:t>
            </a:r>
          </a:p>
          <a:p>
            <a:r>
              <a:rPr lang="en-US"/>
              <a:t>Uses a specialized OS that is optimized for file I/O</a:t>
            </a:r>
          </a:p>
        </p:txBody>
      </p:sp>
      <p:sp>
        <p:nvSpPr>
          <p:cNvPr id="4" name="Footer Placeholder 3"/>
          <p:cNvSpPr>
            <a:spLocks noGrp="1"/>
          </p:cNvSpPr>
          <p:nvPr>
            <p:ph type="ftr" sz="quarter" idx="3"/>
          </p:nvPr>
        </p:nvSpPr>
        <p:spPr/>
        <p:txBody>
          <a:bodyPr/>
          <a:lstStyle/>
          <a:p>
            <a:pPr algn="r"/>
            <a:r>
              <a:rPr lang="en-US"/>
              <a:t>Module: Physical Layer</a:t>
            </a:r>
          </a:p>
        </p:txBody>
      </p:sp>
      <p:pic>
        <p:nvPicPr>
          <p:cNvPr id="819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27984" y="1622750"/>
            <a:ext cx="4680520" cy="216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28277354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NAS Deployment Options</a:t>
            </a:r>
          </a:p>
        </p:txBody>
      </p:sp>
      <p:sp>
        <p:nvSpPr>
          <p:cNvPr id="3" name="Content Placeholder 2"/>
          <p:cNvSpPr>
            <a:spLocks noGrp="1"/>
          </p:cNvSpPr>
          <p:nvPr>
            <p:ph sz="quarter" idx="10"/>
          </p:nvPr>
        </p:nvSpPr>
        <p:spPr/>
        <p:txBody>
          <a:bodyPr/>
          <a:lstStyle/>
          <a:p>
            <a:r>
              <a:rPr lang="en-US"/>
              <a:t>The two common NAS deployment options are:</a:t>
            </a:r>
          </a:p>
          <a:p>
            <a:pPr lvl="1"/>
            <a:r>
              <a:rPr lang="en-US"/>
              <a:t>Traditional NAS (scale-up NAS) </a:t>
            </a:r>
          </a:p>
          <a:p>
            <a:pPr lvl="1"/>
            <a:r>
              <a:rPr lang="en-US"/>
              <a:t>Scale-out NAS</a:t>
            </a:r>
          </a:p>
          <a:p>
            <a:r>
              <a:rPr lang="en-US"/>
              <a:t>Traditional NAS</a:t>
            </a:r>
          </a:p>
          <a:p>
            <a:pPr lvl="1"/>
            <a:r>
              <a:rPr lang="en-US"/>
              <a:t>Capacity and performance of a single system is scaled by upgrading or adding NAS components</a:t>
            </a:r>
          </a:p>
          <a:p>
            <a:r>
              <a:rPr lang="en-US"/>
              <a:t>Scale-out NAS</a:t>
            </a:r>
          </a:p>
          <a:p>
            <a:pPr lvl="1"/>
            <a:r>
              <a:rPr lang="en-US"/>
              <a:t>Multiple processing and storage nodes are pooled in a cluster that works as a single NAS device</a:t>
            </a:r>
          </a:p>
          <a:p>
            <a:pPr lvl="1"/>
            <a:r>
              <a:rPr lang="en-US"/>
              <a:t>Addition of nodes scales cluster capacity and performance without disruption</a:t>
            </a:r>
          </a:p>
        </p:txBody>
      </p:sp>
      <p:sp>
        <p:nvSpPr>
          <p:cNvPr id="4" name="Footer Placeholder 3"/>
          <p:cNvSpPr>
            <a:spLocks noGrp="1"/>
          </p:cNvSpPr>
          <p:nvPr>
            <p:ph type="ftr" sz="quarter" idx="3"/>
          </p:nvPr>
        </p:nvSpPr>
        <p:spPr/>
        <p:txBody>
          <a:bodyPr/>
          <a:lstStyle/>
          <a:p>
            <a:pPr algn="r"/>
            <a:r>
              <a:rPr lang="en-US"/>
              <a:t>Module: Physical Layer</a:t>
            </a:r>
          </a:p>
        </p:txBody>
      </p:sp>
    </p:spTree>
    <p:custDataLst>
      <p:tags r:id="rId1"/>
    </p:custDataLst>
    <p:extLst>
      <p:ext uri="{BB962C8B-B14F-4D97-AF65-F5344CB8AC3E}">
        <p14:creationId xmlns:p14="http://schemas.microsoft.com/office/powerpoint/2010/main" val="15873003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Object-based Storage System</a:t>
            </a:r>
          </a:p>
        </p:txBody>
      </p:sp>
      <p:sp>
        <p:nvSpPr>
          <p:cNvPr id="3" name="Content Placeholder 2"/>
          <p:cNvSpPr>
            <a:spLocks noGrp="1"/>
          </p:cNvSpPr>
          <p:nvPr>
            <p:ph sz="quarter" idx="10"/>
          </p:nvPr>
        </p:nvSpPr>
        <p:spPr>
          <a:xfrm>
            <a:off x="379412" y="990600"/>
            <a:ext cx="3760539" cy="3429000"/>
          </a:xfrm>
        </p:spPr>
        <p:txBody>
          <a:bodyPr/>
          <a:lstStyle/>
          <a:p>
            <a:r>
              <a:rPr lang="en-US"/>
              <a:t>Stores file data in the form of objects based on data contents and attributes</a:t>
            </a:r>
          </a:p>
          <a:p>
            <a:pPr lvl="1"/>
            <a:r>
              <a:rPr lang="en-US"/>
              <a:t>Uses a flat, non-hierarchical address space</a:t>
            </a:r>
          </a:p>
          <a:p>
            <a:r>
              <a:rPr lang="en-US"/>
              <a:t>Object contains user data, related metadata, and user-defined attributes</a:t>
            </a:r>
          </a:p>
          <a:p>
            <a:pPr lvl="1"/>
            <a:r>
              <a:rPr lang="en-US"/>
              <a:t>Objects are uniquely identified using object ID</a:t>
            </a:r>
          </a:p>
        </p:txBody>
      </p:sp>
      <p:sp>
        <p:nvSpPr>
          <p:cNvPr id="4" name="Footer Placeholder 3"/>
          <p:cNvSpPr>
            <a:spLocks noGrp="1"/>
          </p:cNvSpPr>
          <p:nvPr>
            <p:ph type="ftr" sz="quarter" idx="3"/>
          </p:nvPr>
        </p:nvSpPr>
        <p:spPr/>
        <p:txBody>
          <a:bodyPr/>
          <a:lstStyle/>
          <a:p>
            <a:pPr algn="r"/>
            <a:r>
              <a:rPr lang="en-US"/>
              <a:t>Module: Physical Layer</a:t>
            </a:r>
          </a:p>
        </p:txBody>
      </p:sp>
      <p:pic>
        <p:nvPicPr>
          <p:cNvPr id="921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39952" y="1768997"/>
            <a:ext cx="4979924" cy="1872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28905024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Object-based Storage System (Cont'd)</a:t>
            </a:r>
          </a:p>
        </p:txBody>
      </p:sp>
      <p:sp>
        <p:nvSpPr>
          <p:cNvPr id="4" name="Footer Placeholder 3"/>
          <p:cNvSpPr>
            <a:spLocks noGrp="1"/>
          </p:cNvSpPr>
          <p:nvPr>
            <p:ph type="ftr" sz="quarter" idx="3"/>
          </p:nvPr>
        </p:nvSpPr>
        <p:spPr/>
        <p:txBody>
          <a:bodyPr/>
          <a:lstStyle/>
          <a:p>
            <a:pPr algn="r"/>
            <a:r>
              <a:rPr lang="en-US"/>
              <a:t>Module: Physical Layer</a:t>
            </a: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2919" y="1104750"/>
            <a:ext cx="8038162" cy="293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5839061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Unified Storage System</a:t>
            </a:r>
          </a:p>
        </p:txBody>
      </p:sp>
      <p:sp>
        <p:nvSpPr>
          <p:cNvPr id="4" name="Footer Placeholder 3"/>
          <p:cNvSpPr>
            <a:spLocks noGrp="1"/>
          </p:cNvSpPr>
          <p:nvPr>
            <p:ph type="ftr" sz="quarter" idx="3"/>
          </p:nvPr>
        </p:nvSpPr>
        <p:spPr/>
        <p:txBody>
          <a:bodyPr/>
          <a:lstStyle/>
          <a:p>
            <a:pPr algn="r"/>
            <a:r>
              <a:rPr lang="en-US"/>
              <a:t>Module: Physical Layer</a:t>
            </a:r>
          </a:p>
        </p:txBody>
      </p:sp>
      <p:pic>
        <p:nvPicPr>
          <p:cNvPr id="1126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3979" y="769730"/>
            <a:ext cx="4576043" cy="4034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327387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solidFill>
                  <a:srgbClr val="2C95DD"/>
                </a:solidFill>
              </a:rPr>
              <a:t>Lesson Summary</a:t>
            </a:r>
            <a:endParaRPr lang="en-US"/>
          </a:p>
        </p:txBody>
      </p:sp>
      <p:sp>
        <p:nvSpPr>
          <p:cNvPr id="4" name="Content Placeholder 3"/>
          <p:cNvSpPr>
            <a:spLocks noGrp="1"/>
          </p:cNvSpPr>
          <p:nvPr>
            <p:ph sz="quarter" idx="10"/>
          </p:nvPr>
        </p:nvSpPr>
        <p:spPr/>
        <p:txBody>
          <a:bodyPr/>
          <a:lstStyle/>
          <a:p>
            <a:pPr marL="0" indent="0">
              <a:buNone/>
            </a:pPr>
            <a:r>
              <a:rPr lang="en-US"/>
              <a:t>During this lesson the following topics were covered:</a:t>
            </a:r>
          </a:p>
          <a:p>
            <a:r>
              <a:rPr lang="en-US"/>
              <a:t>Types of persistent data storage devices</a:t>
            </a:r>
          </a:p>
          <a:p>
            <a:r>
              <a:rPr lang="en-US"/>
              <a:t>RAID and RAID techniques: striping, mirroring, and parity</a:t>
            </a:r>
          </a:p>
          <a:p>
            <a:r>
              <a:rPr lang="en-US"/>
              <a:t>Storage system architectures: block-based, file-based, object-based, and unified </a:t>
            </a:r>
          </a:p>
        </p:txBody>
      </p:sp>
      <p:sp>
        <p:nvSpPr>
          <p:cNvPr id="3" name="Footer Placeholder 2"/>
          <p:cNvSpPr>
            <a:spLocks noGrp="1"/>
          </p:cNvSpPr>
          <p:nvPr>
            <p:ph type="ftr" sz="quarter" idx="3"/>
          </p:nvPr>
        </p:nvSpPr>
        <p:spPr>
          <a:prstGeom prst="rect">
            <a:avLst/>
          </a:prstGeom>
        </p:spPr>
        <p:txBody>
          <a:bodyPr/>
          <a:lstStyle/>
          <a:p>
            <a:pPr algn="r"/>
            <a:r>
              <a:rPr lang="en-US"/>
              <a:t>Module: Physical Layer</a:t>
            </a:r>
          </a:p>
        </p:txBody>
      </p:sp>
    </p:spTree>
    <p:custDataLst>
      <p:tags r:id="rId1"/>
    </p:custDataLst>
    <p:extLst>
      <p:ext uri="{BB962C8B-B14F-4D97-AF65-F5344CB8AC3E}">
        <p14:creationId xmlns:p14="http://schemas.microsoft.com/office/powerpoint/2010/main" val="27873840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a:t>Lesson: Network</a:t>
            </a:r>
          </a:p>
        </p:txBody>
      </p:sp>
      <p:sp>
        <p:nvSpPr>
          <p:cNvPr id="5" name="Content Placeholder 4"/>
          <p:cNvSpPr>
            <a:spLocks noGrp="1"/>
          </p:cNvSpPr>
          <p:nvPr>
            <p:ph sz="quarter" idx="10"/>
          </p:nvPr>
        </p:nvSpPr>
        <p:spPr/>
        <p:txBody>
          <a:bodyPr/>
          <a:lstStyle/>
          <a:p>
            <a:pPr marL="0" indent="0">
              <a:buNone/>
              <a:defRPr/>
            </a:pPr>
            <a:r>
              <a:rPr lang="en-US"/>
              <a:t>This lesson covers the following topics:</a:t>
            </a:r>
          </a:p>
          <a:p>
            <a:pPr>
              <a:defRPr/>
            </a:pPr>
            <a:r>
              <a:rPr lang="en-US"/>
              <a:t>Types of network communication</a:t>
            </a:r>
          </a:p>
          <a:p>
            <a:pPr>
              <a:defRPr/>
            </a:pPr>
            <a:r>
              <a:rPr lang="en-US"/>
              <a:t>Compute-to-compute communication</a:t>
            </a:r>
          </a:p>
          <a:p>
            <a:pPr>
              <a:defRPr/>
            </a:pPr>
            <a:r>
              <a:rPr lang="en-US"/>
              <a:t>Compute-to-storage communication </a:t>
            </a:r>
          </a:p>
          <a:p>
            <a:pPr>
              <a:defRPr/>
            </a:pPr>
            <a:r>
              <a:rPr lang="en-US"/>
              <a:t>Storage area network (SAN) classification</a:t>
            </a:r>
          </a:p>
          <a:p>
            <a:pPr>
              <a:defRPr/>
            </a:pPr>
            <a:r>
              <a:rPr lang="en-US"/>
              <a:t>Inter-cloud communication</a:t>
            </a:r>
          </a:p>
        </p:txBody>
      </p:sp>
      <p:sp>
        <p:nvSpPr>
          <p:cNvPr id="2" name="Footer Placeholder 1"/>
          <p:cNvSpPr>
            <a:spLocks noGrp="1"/>
          </p:cNvSpPr>
          <p:nvPr>
            <p:ph type="ftr" sz="quarter" idx="3"/>
          </p:nvPr>
        </p:nvSpPr>
        <p:spPr>
          <a:prstGeom prst="rect">
            <a:avLst/>
          </a:prstGeom>
        </p:spPr>
        <p:txBody>
          <a:bodyPr/>
          <a:lstStyle/>
          <a:p>
            <a:pPr algn="r"/>
            <a:r>
              <a:rPr lang="en-US"/>
              <a:t>Module: Physical Layer</a:t>
            </a:r>
          </a:p>
        </p:txBody>
      </p:sp>
    </p:spTree>
    <p:custDataLst>
      <p:tags r:id="rId1"/>
    </p:custDataLst>
    <p:extLst>
      <p:ext uri="{BB962C8B-B14F-4D97-AF65-F5344CB8AC3E}">
        <p14:creationId xmlns:p14="http://schemas.microsoft.com/office/powerpoint/2010/main" val="26991234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Introduction to Networking</a:t>
            </a:r>
          </a:p>
        </p:txBody>
      </p:sp>
      <p:sp>
        <p:nvSpPr>
          <p:cNvPr id="3" name="Content Placeholder 2"/>
          <p:cNvSpPr>
            <a:spLocks noGrp="1"/>
          </p:cNvSpPr>
          <p:nvPr>
            <p:ph sz="quarter" idx="10"/>
          </p:nvPr>
        </p:nvSpPr>
        <p:spPr/>
        <p:txBody>
          <a:bodyPr/>
          <a:lstStyle/>
          <a:p>
            <a:r>
              <a:rPr lang="en-US"/>
              <a:t>Networking enables data transfer and sharing of IT resources between nodes across geographic regions</a:t>
            </a:r>
          </a:p>
          <a:p>
            <a:r>
              <a:rPr lang="en-US"/>
              <a:t>Cloud consumers require a reliable and secure network to connect to a cloud and access cloud services</a:t>
            </a:r>
          </a:p>
          <a:p>
            <a:r>
              <a:rPr lang="en-US"/>
              <a:t>Network connectivity also enables resource aggregation and service mobility across cloud data centers</a:t>
            </a:r>
          </a:p>
          <a:p>
            <a:r>
              <a:rPr lang="en-US"/>
              <a:t>Multiple clouds may be inter-connected to enable workloads to be moved or distributed</a:t>
            </a:r>
          </a:p>
          <a:p>
            <a:pPr lvl="1"/>
            <a:r>
              <a:rPr lang="en-US"/>
              <a:t>For example: cloud bursting in a hybrid cloud model</a:t>
            </a:r>
          </a:p>
        </p:txBody>
      </p:sp>
      <p:sp>
        <p:nvSpPr>
          <p:cNvPr id="4" name="Footer Placeholder 3"/>
          <p:cNvSpPr>
            <a:spLocks noGrp="1"/>
          </p:cNvSpPr>
          <p:nvPr>
            <p:ph type="ftr" sz="quarter" idx="3"/>
          </p:nvPr>
        </p:nvSpPr>
        <p:spPr/>
        <p:txBody>
          <a:bodyPr/>
          <a:lstStyle/>
          <a:p>
            <a:pPr algn="r"/>
            <a:r>
              <a:rPr lang="en-US"/>
              <a:t>Module: Physical Layer</a:t>
            </a:r>
          </a:p>
        </p:txBody>
      </p:sp>
    </p:spTree>
    <p:custDataLst>
      <p:tags r:id="rId1"/>
    </p:custDataLst>
    <p:extLst>
      <p:ext uri="{BB962C8B-B14F-4D97-AF65-F5344CB8AC3E}">
        <p14:creationId xmlns:p14="http://schemas.microsoft.com/office/powerpoint/2010/main" val="12263749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Types of Network Communication</a:t>
            </a:r>
          </a:p>
        </p:txBody>
      </p:sp>
      <p:sp>
        <p:nvSpPr>
          <p:cNvPr id="3" name="Content Placeholder 2"/>
          <p:cNvSpPr>
            <a:spLocks noGrp="1"/>
          </p:cNvSpPr>
          <p:nvPr>
            <p:ph sz="quarter" idx="10"/>
          </p:nvPr>
        </p:nvSpPr>
        <p:spPr/>
        <p:txBody>
          <a:bodyPr/>
          <a:lstStyle/>
          <a:p>
            <a:r>
              <a:rPr lang="en-US"/>
              <a:t>Based on the nodes connected by a network, the network communication is broadly categorized as:</a:t>
            </a:r>
          </a:p>
          <a:p>
            <a:pPr lvl="1"/>
            <a:r>
              <a:rPr lang="en-US"/>
              <a:t>Compute-to-compute communication</a:t>
            </a:r>
          </a:p>
          <a:p>
            <a:pPr lvl="1"/>
            <a:r>
              <a:rPr lang="en-US"/>
              <a:t>Compute-to-storage communication</a:t>
            </a:r>
          </a:p>
          <a:p>
            <a:pPr lvl="1"/>
            <a:r>
              <a:rPr lang="en-US"/>
              <a:t>Inter-cloud communication</a:t>
            </a:r>
          </a:p>
        </p:txBody>
      </p:sp>
      <p:sp>
        <p:nvSpPr>
          <p:cNvPr id="4" name="Footer Placeholder 3"/>
          <p:cNvSpPr>
            <a:spLocks noGrp="1"/>
          </p:cNvSpPr>
          <p:nvPr>
            <p:ph type="ftr" sz="quarter" idx="3"/>
          </p:nvPr>
        </p:nvSpPr>
        <p:spPr/>
        <p:txBody>
          <a:bodyPr/>
          <a:lstStyle/>
          <a:p>
            <a:pPr algn="r"/>
            <a:r>
              <a:rPr lang="en-US"/>
              <a:t>Module: Physical Layer</a:t>
            </a:r>
          </a:p>
        </p:txBody>
      </p:sp>
    </p:spTree>
    <p:custDataLst>
      <p:tags r:id="rId1"/>
    </p:custDataLst>
    <p:extLst>
      <p:ext uri="{BB962C8B-B14F-4D97-AF65-F5344CB8AC3E}">
        <p14:creationId xmlns:p14="http://schemas.microsoft.com/office/powerpoint/2010/main" val="17864873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Compute-to-compute Communication </a:t>
            </a:r>
          </a:p>
        </p:txBody>
      </p:sp>
      <p:sp>
        <p:nvSpPr>
          <p:cNvPr id="3" name="Content Placeholder 2"/>
          <p:cNvSpPr>
            <a:spLocks noGrp="1"/>
          </p:cNvSpPr>
          <p:nvPr>
            <p:ph sz="quarter" idx="10"/>
          </p:nvPr>
        </p:nvSpPr>
        <p:spPr>
          <a:xfrm>
            <a:off x="379413" y="843558"/>
            <a:ext cx="5632747" cy="3429000"/>
          </a:xfrm>
        </p:spPr>
        <p:txBody>
          <a:bodyPr/>
          <a:lstStyle/>
          <a:p>
            <a:r>
              <a:rPr lang="en-US"/>
              <a:t>Interconnecting physical compute systems enables compute-to-compute communication</a:t>
            </a:r>
          </a:p>
          <a:p>
            <a:r>
              <a:rPr lang="en-US"/>
              <a:t>Compute-to-compute communication typically uses IP-based protocols</a:t>
            </a:r>
          </a:p>
          <a:p>
            <a:r>
              <a:rPr lang="en-US"/>
              <a:t>Compute systems connect to a network through physical network card(s)</a:t>
            </a:r>
          </a:p>
          <a:p>
            <a:r>
              <a:rPr lang="en-US"/>
              <a:t>Physical switches and routers are common interconnecting devices</a:t>
            </a:r>
          </a:p>
        </p:txBody>
      </p:sp>
      <p:sp>
        <p:nvSpPr>
          <p:cNvPr id="4" name="Footer Placeholder 3"/>
          <p:cNvSpPr>
            <a:spLocks noGrp="1"/>
          </p:cNvSpPr>
          <p:nvPr>
            <p:ph type="ftr" sz="quarter" idx="3"/>
          </p:nvPr>
        </p:nvSpPr>
        <p:spPr/>
        <p:txBody>
          <a:bodyPr/>
          <a:lstStyle/>
          <a:p>
            <a:pPr algn="r"/>
            <a:r>
              <a:rPr lang="en-US"/>
              <a:t>Module: Physical Layer</a:t>
            </a:r>
          </a:p>
        </p:txBody>
      </p:sp>
      <p:pic>
        <p:nvPicPr>
          <p:cNvPr id="1229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56176" y="843558"/>
            <a:ext cx="2725821" cy="3622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29750320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Compute-to-storage Communication</a:t>
            </a:r>
          </a:p>
        </p:txBody>
      </p:sp>
      <p:sp>
        <p:nvSpPr>
          <p:cNvPr id="5" name="Content Placeholder 4"/>
          <p:cNvSpPr>
            <a:spLocks noGrp="1"/>
          </p:cNvSpPr>
          <p:nvPr>
            <p:ph sz="quarter" idx="10"/>
          </p:nvPr>
        </p:nvSpPr>
        <p:spPr>
          <a:xfrm>
            <a:off x="379413" y="2211710"/>
            <a:ext cx="8458200" cy="2207890"/>
          </a:xfrm>
        </p:spPr>
        <p:txBody>
          <a:bodyPr/>
          <a:lstStyle/>
          <a:p>
            <a:r>
              <a:rPr lang="en-US"/>
              <a:t>Based on the protocols they support, SANs can be classified as:</a:t>
            </a:r>
          </a:p>
          <a:p>
            <a:pPr lvl="1"/>
            <a:r>
              <a:rPr lang="en-US"/>
              <a:t>Fibre Channel SAN (FC SAN)</a:t>
            </a:r>
          </a:p>
          <a:p>
            <a:pPr lvl="1"/>
            <a:r>
              <a:rPr lang="en-US"/>
              <a:t>Internet Protocol SAN (IP SAN)</a:t>
            </a:r>
          </a:p>
          <a:p>
            <a:pPr lvl="1"/>
            <a:r>
              <a:rPr lang="en-US"/>
              <a:t>Fibre Channel over Ethernet SAN (</a:t>
            </a:r>
            <a:r>
              <a:rPr lang="en-US" err="1"/>
              <a:t>FCoE</a:t>
            </a:r>
            <a:r>
              <a:rPr lang="en-US"/>
              <a:t> SAN)</a:t>
            </a:r>
          </a:p>
        </p:txBody>
      </p:sp>
      <p:sp>
        <p:nvSpPr>
          <p:cNvPr id="3" name="Footer Placeholder 2"/>
          <p:cNvSpPr>
            <a:spLocks noGrp="1"/>
          </p:cNvSpPr>
          <p:nvPr>
            <p:ph type="ftr" sz="quarter" idx="3"/>
          </p:nvPr>
        </p:nvSpPr>
        <p:spPr>
          <a:prstGeom prst="rect">
            <a:avLst/>
          </a:prstGeom>
        </p:spPr>
        <p:txBody>
          <a:bodyPr/>
          <a:lstStyle/>
          <a:p>
            <a:pPr algn="r"/>
            <a:r>
              <a:rPr lang="en-US"/>
              <a:t>Module: Physical Layer</a:t>
            </a:r>
          </a:p>
        </p:txBody>
      </p:sp>
      <p:sp>
        <p:nvSpPr>
          <p:cNvPr id="7" name="Rectangle 6"/>
          <p:cNvSpPr/>
          <p:nvPr/>
        </p:nvSpPr>
        <p:spPr>
          <a:xfrm>
            <a:off x="294017" y="104441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609600" y="1113130"/>
            <a:ext cx="8229600" cy="882556"/>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600">
                <a:solidFill>
                  <a:schemeClr val="tx1"/>
                </a:solidFill>
              </a:rPr>
              <a:t>A network that interconnects storage systems with compute systems, enabling the compute systems to access and share the storage systems. </a:t>
            </a:r>
          </a:p>
        </p:txBody>
      </p:sp>
      <p:sp>
        <p:nvSpPr>
          <p:cNvPr id="9" name="Rectangle 8"/>
          <p:cNvSpPr/>
          <p:nvPr/>
        </p:nvSpPr>
        <p:spPr>
          <a:xfrm>
            <a:off x="343787" y="914400"/>
            <a:ext cx="4343400" cy="397459"/>
          </a:xfrm>
          <a:prstGeom prst="rect">
            <a:avLst/>
          </a:prstGeom>
          <a:solidFill>
            <a:srgbClr val="2C95DD"/>
          </a:solidFill>
          <a:ln>
            <a:noFill/>
          </a:ln>
        </p:spPr>
        <p:style>
          <a:lnRef idx="1">
            <a:schemeClr val="accent1"/>
          </a:lnRef>
          <a:fillRef idx="1002">
            <a:schemeClr val="lt1"/>
          </a:fillRef>
          <a:effectRef idx="2">
            <a:schemeClr val="accent1"/>
          </a:effectRef>
          <a:fontRef idx="minor">
            <a:schemeClr val="lt1"/>
          </a:fontRef>
        </p:style>
        <p:txBody>
          <a:bodyPr rtlCol="0" anchor="ctr"/>
          <a:lstStyle/>
          <a:p>
            <a:r>
              <a:rPr lang="en-US" sz="1600" b="1"/>
              <a:t>Storage Area Network (SAN)</a:t>
            </a:r>
          </a:p>
        </p:txBody>
      </p:sp>
    </p:spTree>
    <p:custDataLst>
      <p:tags r:id="rId1"/>
    </p:custDataLst>
    <p:extLst>
      <p:ext uri="{BB962C8B-B14F-4D97-AF65-F5344CB8AC3E}">
        <p14:creationId xmlns:p14="http://schemas.microsoft.com/office/powerpoint/2010/main" val="4997948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FC SAN</a:t>
            </a:r>
          </a:p>
        </p:txBody>
      </p:sp>
      <p:sp>
        <p:nvSpPr>
          <p:cNvPr id="5" name="Content Placeholder 4"/>
          <p:cNvSpPr>
            <a:spLocks noGrp="1"/>
          </p:cNvSpPr>
          <p:nvPr>
            <p:ph sz="quarter" idx="10"/>
          </p:nvPr>
        </p:nvSpPr>
        <p:spPr>
          <a:xfrm>
            <a:off x="379413" y="2355726"/>
            <a:ext cx="6208811" cy="2063874"/>
          </a:xfrm>
        </p:spPr>
        <p:txBody>
          <a:bodyPr/>
          <a:lstStyle/>
          <a:p>
            <a:r>
              <a:rPr lang="en-US"/>
              <a:t>FC provides block-level access to storage</a:t>
            </a:r>
          </a:p>
          <a:p>
            <a:r>
              <a:rPr lang="en-US"/>
              <a:t>FC offers data transfer speeds up to 16 </a:t>
            </a:r>
            <a:r>
              <a:rPr lang="en-US" err="1"/>
              <a:t>Gbps</a:t>
            </a:r>
            <a:endParaRPr lang="en-US"/>
          </a:p>
          <a:p>
            <a:r>
              <a:rPr lang="en-US"/>
              <a:t>Theoretically, an FC SAN can connect approximately 15 million nodes</a:t>
            </a:r>
          </a:p>
        </p:txBody>
      </p:sp>
      <p:sp>
        <p:nvSpPr>
          <p:cNvPr id="3" name="Footer Placeholder 2"/>
          <p:cNvSpPr>
            <a:spLocks noGrp="1"/>
          </p:cNvSpPr>
          <p:nvPr>
            <p:ph type="ftr" sz="quarter" idx="3"/>
          </p:nvPr>
        </p:nvSpPr>
        <p:spPr>
          <a:prstGeom prst="rect">
            <a:avLst/>
          </a:prstGeom>
        </p:spPr>
        <p:txBody>
          <a:bodyPr/>
          <a:lstStyle/>
          <a:p>
            <a:pPr algn="r"/>
            <a:r>
              <a:rPr lang="en-US"/>
              <a:t>Module: Physical Layer</a:t>
            </a:r>
          </a:p>
        </p:txBody>
      </p:sp>
      <p:sp>
        <p:nvSpPr>
          <p:cNvPr id="7" name="Rectangle 6"/>
          <p:cNvSpPr/>
          <p:nvPr/>
        </p:nvSpPr>
        <p:spPr>
          <a:xfrm>
            <a:off x="294017" y="104441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609600" y="1113130"/>
            <a:ext cx="5834608" cy="1026572"/>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600">
                <a:solidFill>
                  <a:schemeClr val="tx1"/>
                </a:solidFill>
              </a:rPr>
              <a:t>A SAN that uses Fibre Channel (FC) protocol to transport data, commands, and status information between compute and storage systems.</a:t>
            </a:r>
          </a:p>
        </p:txBody>
      </p:sp>
      <p:sp>
        <p:nvSpPr>
          <p:cNvPr id="9" name="Rectangle 8"/>
          <p:cNvSpPr/>
          <p:nvPr/>
        </p:nvSpPr>
        <p:spPr>
          <a:xfrm>
            <a:off x="343787" y="914400"/>
            <a:ext cx="4343400" cy="397459"/>
          </a:xfrm>
          <a:prstGeom prst="rect">
            <a:avLst/>
          </a:prstGeom>
          <a:solidFill>
            <a:srgbClr val="2C95DD"/>
          </a:solidFill>
          <a:ln>
            <a:noFill/>
          </a:ln>
        </p:spPr>
        <p:style>
          <a:lnRef idx="1">
            <a:schemeClr val="accent1"/>
          </a:lnRef>
          <a:fillRef idx="1002">
            <a:schemeClr val="lt1"/>
          </a:fillRef>
          <a:effectRef idx="2">
            <a:schemeClr val="accent1"/>
          </a:effectRef>
          <a:fontRef idx="minor">
            <a:schemeClr val="lt1"/>
          </a:fontRef>
        </p:style>
        <p:txBody>
          <a:bodyPr rtlCol="0" anchor="ctr"/>
          <a:lstStyle/>
          <a:p>
            <a:r>
              <a:rPr lang="en-US" sz="1600" b="1"/>
              <a:t>FC SAN</a:t>
            </a:r>
          </a:p>
        </p:txBody>
      </p:sp>
      <p:pic>
        <p:nvPicPr>
          <p:cNvPr id="1331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95698" y="1146747"/>
            <a:ext cx="2076744" cy="3297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16514990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FC SAN Components</a:t>
            </a:r>
          </a:p>
        </p:txBody>
      </p:sp>
      <p:sp>
        <p:nvSpPr>
          <p:cNvPr id="4" name="Footer Placeholder 3"/>
          <p:cNvSpPr>
            <a:spLocks noGrp="1"/>
          </p:cNvSpPr>
          <p:nvPr>
            <p:ph type="ftr" sz="quarter" idx="3"/>
          </p:nvPr>
        </p:nvSpPr>
        <p:spPr/>
        <p:txBody>
          <a:bodyPr/>
          <a:lstStyle/>
          <a:p>
            <a:pPr algn="r"/>
            <a:r>
              <a:rPr lang="en-US"/>
              <a:t>Module: Physical Layer</a:t>
            </a:r>
          </a:p>
        </p:txBody>
      </p:sp>
      <p:graphicFrame>
        <p:nvGraphicFramePr>
          <p:cNvPr id="6" name="Content Placeholder 5"/>
          <p:cNvGraphicFramePr>
            <a:graphicFrameLocks noGrp="1"/>
          </p:cNvGraphicFramePr>
          <p:nvPr>
            <p:ph sz="quarter" idx="10"/>
            <p:extLst>
              <p:ext uri="{D42A27DB-BD31-4B8C-83A1-F6EECF244321}">
                <p14:modId xmlns:p14="http://schemas.microsoft.com/office/powerpoint/2010/main" val="3328367969"/>
              </p:ext>
            </p:extLst>
          </p:nvPr>
        </p:nvGraphicFramePr>
        <p:xfrm>
          <a:off x="379413" y="990600"/>
          <a:ext cx="8458200" cy="3429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10881900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Fabric Connect and Addressing</a:t>
            </a:r>
          </a:p>
        </p:txBody>
      </p:sp>
      <p:sp>
        <p:nvSpPr>
          <p:cNvPr id="3" name="Content Placeholder 2"/>
          <p:cNvSpPr>
            <a:spLocks noGrp="1"/>
          </p:cNvSpPr>
          <p:nvPr>
            <p:ph sz="quarter" idx="10"/>
          </p:nvPr>
        </p:nvSpPr>
        <p:spPr/>
        <p:txBody>
          <a:bodyPr/>
          <a:lstStyle/>
          <a:p>
            <a:r>
              <a:rPr lang="en-US"/>
              <a:t>A fabric created with FC switches connects all nodes and enables them to communicate</a:t>
            </a:r>
          </a:p>
          <a:p>
            <a:r>
              <a:rPr lang="en-US"/>
              <a:t>Each switch in a fabric contains a unique domain identifier (ID)</a:t>
            </a:r>
          </a:p>
          <a:p>
            <a:r>
              <a:rPr lang="en-US"/>
              <a:t>Each network adapter is physically identified by a 64-bit World Wide Node Name (WWNN)</a:t>
            </a:r>
          </a:p>
          <a:p>
            <a:r>
              <a:rPr lang="en-US"/>
              <a:t>Each adapter port is physically identified by a 64-bit World Wide Port Name (WWPN) </a:t>
            </a:r>
          </a:p>
          <a:p>
            <a:r>
              <a:rPr lang="en-US"/>
              <a:t>Each adapter port in a fabric has a unique 24-bit FC address</a:t>
            </a:r>
          </a:p>
          <a:p>
            <a:pPr lvl="1"/>
            <a:r>
              <a:rPr lang="en-US"/>
              <a:t>Fabric assigns FC addresses to adapter ports dynamically</a:t>
            </a:r>
          </a:p>
        </p:txBody>
      </p:sp>
      <p:sp>
        <p:nvSpPr>
          <p:cNvPr id="4" name="Footer Placeholder 3"/>
          <p:cNvSpPr>
            <a:spLocks noGrp="1"/>
          </p:cNvSpPr>
          <p:nvPr>
            <p:ph type="ftr" sz="quarter" idx="3"/>
          </p:nvPr>
        </p:nvSpPr>
        <p:spPr/>
        <p:txBody>
          <a:bodyPr/>
          <a:lstStyle/>
          <a:p>
            <a:pPr algn="r"/>
            <a:r>
              <a:rPr lang="en-US"/>
              <a:t>Module: Physical Layer</a:t>
            </a:r>
          </a:p>
        </p:txBody>
      </p:sp>
    </p:spTree>
    <p:custDataLst>
      <p:tags r:id="rId1"/>
    </p:custDataLst>
    <p:extLst>
      <p:ext uri="{BB962C8B-B14F-4D97-AF65-F5344CB8AC3E}">
        <p14:creationId xmlns:p14="http://schemas.microsoft.com/office/powerpoint/2010/main" val="42428599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Fabric Port Types</a:t>
            </a:r>
          </a:p>
        </p:txBody>
      </p:sp>
      <p:sp>
        <p:nvSpPr>
          <p:cNvPr id="4" name="Footer Placeholder 3"/>
          <p:cNvSpPr>
            <a:spLocks noGrp="1"/>
          </p:cNvSpPr>
          <p:nvPr>
            <p:ph type="ftr" sz="quarter" idx="3"/>
          </p:nvPr>
        </p:nvSpPr>
        <p:spPr/>
        <p:txBody>
          <a:bodyPr/>
          <a:lstStyle/>
          <a:p>
            <a:pPr algn="r"/>
            <a:r>
              <a:rPr lang="en-US"/>
              <a:t>Module: Physical Layer</a:t>
            </a:r>
          </a:p>
        </p:txBody>
      </p:sp>
      <p:pic>
        <p:nvPicPr>
          <p:cNvPr id="1433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6473" y="843558"/>
            <a:ext cx="7049015" cy="360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3373117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Zoning</a:t>
            </a:r>
          </a:p>
        </p:txBody>
      </p:sp>
      <p:sp>
        <p:nvSpPr>
          <p:cNvPr id="5" name="Content Placeholder 4"/>
          <p:cNvSpPr>
            <a:spLocks noGrp="1"/>
          </p:cNvSpPr>
          <p:nvPr>
            <p:ph sz="quarter" idx="10"/>
          </p:nvPr>
        </p:nvSpPr>
        <p:spPr>
          <a:xfrm>
            <a:off x="379413" y="2427734"/>
            <a:ext cx="8458200" cy="1991866"/>
          </a:xfrm>
        </p:spPr>
        <p:txBody>
          <a:bodyPr/>
          <a:lstStyle/>
          <a:p>
            <a:r>
              <a:rPr lang="en-US"/>
              <a:t>Both node ports and switch ports can be zone members</a:t>
            </a:r>
          </a:p>
          <a:p>
            <a:r>
              <a:rPr lang="en-US"/>
              <a:t>Benefits:</a:t>
            </a:r>
          </a:p>
          <a:p>
            <a:pPr lvl="1"/>
            <a:r>
              <a:rPr lang="en-US"/>
              <a:t>Provides access control</a:t>
            </a:r>
          </a:p>
          <a:p>
            <a:pPr lvl="1"/>
            <a:r>
              <a:rPr lang="en-US"/>
              <a:t>Restricts RSCN traffic</a:t>
            </a:r>
          </a:p>
        </p:txBody>
      </p:sp>
      <p:sp>
        <p:nvSpPr>
          <p:cNvPr id="3" name="Footer Placeholder 2"/>
          <p:cNvSpPr>
            <a:spLocks noGrp="1"/>
          </p:cNvSpPr>
          <p:nvPr>
            <p:ph type="ftr" sz="quarter" idx="3"/>
          </p:nvPr>
        </p:nvSpPr>
        <p:spPr>
          <a:prstGeom prst="rect">
            <a:avLst/>
          </a:prstGeom>
        </p:spPr>
        <p:txBody>
          <a:bodyPr/>
          <a:lstStyle/>
          <a:p>
            <a:pPr algn="r"/>
            <a:r>
              <a:rPr lang="en-US"/>
              <a:t>Module: Physical Layer</a:t>
            </a:r>
          </a:p>
        </p:txBody>
      </p:sp>
      <p:sp>
        <p:nvSpPr>
          <p:cNvPr id="7" name="Rectangle 6"/>
          <p:cNvSpPr/>
          <p:nvPr/>
        </p:nvSpPr>
        <p:spPr>
          <a:xfrm>
            <a:off x="294017" y="104441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609600" y="1113130"/>
            <a:ext cx="8229600" cy="1098580"/>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600">
                <a:solidFill>
                  <a:schemeClr val="tx1"/>
                </a:solidFill>
              </a:rPr>
              <a:t>An FC switch function that enables node ports within a fabric to be logically segmented into groups and to communicate with each other within the group. </a:t>
            </a:r>
          </a:p>
        </p:txBody>
      </p:sp>
      <p:sp>
        <p:nvSpPr>
          <p:cNvPr id="9" name="Rectangle 8"/>
          <p:cNvSpPr/>
          <p:nvPr/>
        </p:nvSpPr>
        <p:spPr>
          <a:xfrm>
            <a:off x="343787" y="914400"/>
            <a:ext cx="4343400" cy="397459"/>
          </a:xfrm>
          <a:prstGeom prst="rect">
            <a:avLst/>
          </a:prstGeom>
          <a:solidFill>
            <a:srgbClr val="2C95DD"/>
          </a:solidFill>
          <a:ln>
            <a:noFill/>
          </a:ln>
        </p:spPr>
        <p:style>
          <a:lnRef idx="1">
            <a:schemeClr val="accent1"/>
          </a:lnRef>
          <a:fillRef idx="1002">
            <a:schemeClr val="lt1"/>
          </a:fillRef>
          <a:effectRef idx="2">
            <a:schemeClr val="accent1"/>
          </a:effectRef>
          <a:fontRef idx="minor">
            <a:schemeClr val="lt1"/>
          </a:fontRef>
        </p:style>
        <p:txBody>
          <a:bodyPr rtlCol="0" anchor="ctr"/>
          <a:lstStyle/>
          <a:p>
            <a:r>
              <a:rPr lang="en-US" sz="1600" b="1"/>
              <a:t>Zoning</a:t>
            </a:r>
          </a:p>
        </p:txBody>
      </p:sp>
    </p:spTree>
    <p:custDataLst>
      <p:tags r:id="rId1"/>
    </p:custDataLst>
    <p:extLst>
      <p:ext uri="{BB962C8B-B14F-4D97-AF65-F5344CB8AC3E}">
        <p14:creationId xmlns:p14="http://schemas.microsoft.com/office/powerpoint/2010/main" val="21325792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Types of Zoning</a:t>
            </a:r>
          </a:p>
        </p:txBody>
      </p:sp>
      <p:sp>
        <p:nvSpPr>
          <p:cNvPr id="3" name="Content Placeholder 2"/>
          <p:cNvSpPr>
            <a:spLocks noGrp="1"/>
          </p:cNvSpPr>
          <p:nvPr>
            <p:ph sz="quarter" idx="10"/>
          </p:nvPr>
        </p:nvSpPr>
        <p:spPr>
          <a:xfrm>
            <a:off x="379413" y="990600"/>
            <a:ext cx="8458200" cy="3429000"/>
          </a:xfrm>
        </p:spPr>
        <p:txBody>
          <a:bodyPr/>
          <a:lstStyle/>
          <a:p>
            <a:r>
              <a:rPr lang="nl-NL"/>
              <a:t>WWN zoning</a:t>
            </a:r>
          </a:p>
          <a:p>
            <a:r>
              <a:rPr lang="nl-NL"/>
              <a:t>Port zoning</a:t>
            </a:r>
          </a:p>
          <a:p>
            <a:r>
              <a:rPr lang="nl-NL"/>
              <a:t>Mixed zoning</a:t>
            </a:r>
          </a:p>
        </p:txBody>
      </p:sp>
      <p:sp>
        <p:nvSpPr>
          <p:cNvPr id="4" name="Footer Placeholder 3"/>
          <p:cNvSpPr>
            <a:spLocks noGrp="1"/>
          </p:cNvSpPr>
          <p:nvPr>
            <p:ph type="ftr" sz="quarter" idx="3"/>
          </p:nvPr>
        </p:nvSpPr>
        <p:spPr/>
        <p:txBody>
          <a:bodyPr/>
          <a:lstStyle/>
          <a:p>
            <a:pPr algn="r"/>
            <a:r>
              <a:rPr lang="en-US"/>
              <a:t>Module: Physical Layer</a:t>
            </a:r>
          </a:p>
        </p:txBody>
      </p:sp>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5816" y="990599"/>
            <a:ext cx="5277084" cy="359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227074508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IP SAN</a:t>
            </a:r>
          </a:p>
        </p:txBody>
      </p:sp>
      <p:sp>
        <p:nvSpPr>
          <p:cNvPr id="5" name="Content Placeholder 4"/>
          <p:cNvSpPr>
            <a:spLocks noGrp="1"/>
          </p:cNvSpPr>
          <p:nvPr>
            <p:ph sz="quarter" idx="10"/>
          </p:nvPr>
        </p:nvSpPr>
        <p:spPr>
          <a:xfrm>
            <a:off x="379413" y="2211710"/>
            <a:ext cx="8458200" cy="2207890"/>
          </a:xfrm>
        </p:spPr>
        <p:txBody>
          <a:bodyPr/>
          <a:lstStyle/>
          <a:p>
            <a:r>
              <a:rPr lang="en-US"/>
              <a:t>Key drivers of IP SAN are:</a:t>
            </a:r>
          </a:p>
          <a:p>
            <a:pPr lvl="1"/>
            <a:r>
              <a:rPr lang="en-US"/>
              <a:t>Leveraging an existing IP-based network instead of building a new FC SAN infrastructure</a:t>
            </a:r>
          </a:p>
          <a:p>
            <a:pPr lvl="1"/>
            <a:r>
              <a:rPr lang="en-US"/>
              <a:t>Many robust, mature security options are available for IP networks</a:t>
            </a:r>
          </a:p>
          <a:p>
            <a:pPr lvl="1"/>
            <a:r>
              <a:rPr lang="en-US"/>
              <a:t>Many long-distance, disaster recovery (DR) solutions already leverage IP-based networks</a:t>
            </a:r>
          </a:p>
          <a:p>
            <a:r>
              <a:rPr lang="en-US"/>
              <a:t>Two primary IP SAN protocols are: iSCSI and FCIP</a:t>
            </a:r>
          </a:p>
        </p:txBody>
      </p:sp>
      <p:sp>
        <p:nvSpPr>
          <p:cNvPr id="3" name="Footer Placeholder 2"/>
          <p:cNvSpPr>
            <a:spLocks noGrp="1"/>
          </p:cNvSpPr>
          <p:nvPr>
            <p:ph type="ftr" sz="quarter" idx="3"/>
          </p:nvPr>
        </p:nvSpPr>
        <p:spPr>
          <a:prstGeom prst="rect">
            <a:avLst/>
          </a:prstGeom>
        </p:spPr>
        <p:txBody>
          <a:bodyPr/>
          <a:lstStyle/>
          <a:p>
            <a:pPr algn="r"/>
            <a:r>
              <a:rPr lang="en-US"/>
              <a:t>Module: Physical Layer</a:t>
            </a:r>
          </a:p>
        </p:txBody>
      </p:sp>
      <p:sp>
        <p:nvSpPr>
          <p:cNvPr id="7" name="Rectangle 6"/>
          <p:cNvSpPr/>
          <p:nvPr/>
        </p:nvSpPr>
        <p:spPr>
          <a:xfrm>
            <a:off x="294017" y="104441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609600" y="1113130"/>
            <a:ext cx="8229600" cy="882556"/>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600">
                <a:solidFill>
                  <a:schemeClr val="tx1"/>
                </a:solidFill>
              </a:rPr>
              <a:t>A SAN that uses Internet Protocol (IP) for the transport of storage traffic. It transports block I/O over an IP-based network.</a:t>
            </a:r>
          </a:p>
        </p:txBody>
      </p:sp>
      <p:sp>
        <p:nvSpPr>
          <p:cNvPr id="9" name="Rectangle 8"/>
          <p:cNvSpPr/>
          <p:nvPr/>
        </p:nvSpPr>
        <p:spPr>
          <a:xfrm>
            <a:off x="343787" y="914400"/>
            <a:ext cx="4343400" cy="397459"/>
          </a:xfrm>
          <a:prstGeom prst="rect">
            <a:avLst/>
          </a:prstGeom>
          <a:solidFill>
            <a:srgbClr val="2C95DD"/>
          </a:solidFill>
          <a:ln>
            <a:noFill/>
          </a:ln>
        </p:spPr>
        <p:style>
          <a:lnRef idx="1">
            <a:schemeClr val="accent1"/>
          </a:lnRef>
          <a:fillRef idx="1002">
            <a:schemeClr val="lt1"/>
          </a:fillRef>
          <a:effectRef idx="2">
            <a:schemeClr val="accent1"/>
          </a:effectRef>
          <a:fontRef idx="minor">
            <a:schemeClr val="lt1"/>
          </a:fontRef>
        </p:style>
        <p:txBody>
          <a:bodyPr rtlCol="0" anchor="ctr"/>
          <a:lstStyle/>
          <a:p>
            <a:r>
              <a:rPr lang="en-US" sz="1600" b="1"/>
              <a:t>IP SAN</a:t>
            </a:r>
          </a:p>
        </p:txBody>
      </p:sp>
    </p:spTree>
    <p:custDataLst>
      <p:tags r:id="rId1"/>
    </p:custDataLst>
    <p:extLst>
      <p:ext uri="{BB962C8B-B14F-4D97-AF65-F5344CB8AC3E}">
        <p14:creationId xmlns:p14="http://schemas.microsoft.com/office/powerpoint/2010/main" val="55012821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2253" y="220980"/>
            <a:ext cx="8458200" cy="457200"/>
          </a:xfrm>
        </p:spPr>
        <p:txBody>
          <a:bodyPr/>
          <a:lstStyle/>
          <a:p>
            <a:r>
              <a:rPr lang="en-US"/>
              <a:t>iSCSI Networking</a:t>
            </a:r>
          </a:p>
        </p:txBody>
      </p:sp>
      <p:sp>
        <p:nvSpPr>
          <p:cNvPr id="5" name="Content Placeholder 4"/>
          <p:cNvSpPr>
            <a:spLocks noGrp="1"/>
          </p:cNvSpPr>
          <p:nvPr>
            <p:ph sz="quarter" idx="10"/>
          </p:nvPr>
        </p:nvSpPr>
        <p:spPr>
          <a:xfrm>
            <a:off x="379413" y="2283718"/>
            <a:ext cx="5900529" cy="2135882"/>
          </a:xfrm>
        </p:spPr>
        <p:txBody>
          <a:bodyPr/>
          <a:lstStyle/>
          <a:p>
            <a:r>
              <a:rPr lang="en-US"/>
              <a:t>iSCSI network components are:</a:t>
            </a:r>
          </a:p>
          <a:p>
            <a:pPr lvl="1"/>
            <a:r>
              <a:rPr lang="en-US"/>
              <a:t>iSCSI initiators</a:t>
            </a:r>
          </a:p>
          <a:p>
            <a:pPr lvl="2"/>
            <a:r>
              <a:rPr lang="en-US"/>
              <a:t>Example: iSCSI HBA</a:t>
            </a:r>
          </a:p>
          <a:p>
            <a:pPr lvl="1"/>
            <a:r>
              <a:rPr lang="en-US"/>
              <a:t>iSCSI targets</a:t>
            </a:r>
          </a:p>
          <a:p>
            <a:pPr lvl="2"/>
            <a:r>
              <a:rPr lang="en-US"/>
              <a:t>Example: storage system with iSCSI port (Native iSCSI)</a:t>
            </a:r>
          </a:p>
          <a:p>
            <a:pPr lvl="2"/>
            <a:r>
              <a:rPr lang="en-US"/>
              <a:t>Example: iSCSI gateway (Bridged iSCSI)</a:t>
            </a:r>
          </a:p>
          <a:p>
            <a:pPr lvl="1"/>
            <a:r>
              <a:rPr lang="en-US"/>
              <a:t>IP-based network</a:t>
            </a:r>
          </a:p>
        </p:txBody>
      </p:sp>
      <p:sp>
        <p:nvSpPr>
          <p:cNvPr id="3" name="Footer Placeholder 2"/>
          <p:cNvSpPr>
            <a:spLocks noGrp="1"/>
          </p:cNvSpPr>
          <p:nvPr>
            <p:ph type="ftr" sz="quarter" idx="3"/>
          </p:nvPr>
        </p:nvSpPr>
        <p:spPr>
          <a:prstGeom prst="rect">
            <a:avLst/>
          </a:prstGeom>
        </p:spPr>
        <p:txBody>
          <a:bodyPr/>
          <a:lstStyle/>
          <a:p>
            <a:pPr algn="r"/>
            <a:r>
              <a:rPr lang="en-US"/>
              <a:t>Module: Physical Layer</a:t>
            </a:r>
          </a:p>
        </p:txBody>
      </p:sp>
      <p:sp>
        <p:nvSpPr>
          <p:cNvPr id="7" name="Rectangle 6"/>
          <p:cNvSpPr/>
          <p:nvPr/>
        </p:nvSpPr>
        <p:spPr>
          <a:xfrm>
            <a:off x="294017" y="104441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609600" y="1113130"/>
            <a:ext cx="5546576" cy="1026572"/>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600">
                <a:solidFill>
                  <a:schemeClr val="tx1"/>
                </a:solidFill>
              </a:rPr>
              <a:t>iSCSI encapsulates SCSI commands and data into IP packets that are transported over an IP-based network. </a:t>
            </a:r>
          </a:p>
        </p:txBody>
      </p:sp>
      <p:sp>
        <p:nvSpPr>
          <p:cNvPr id="9" name="Rectangle 8"/>
          <p:cNvSpPr/>
          <p:nvPr/>
        </p:nvSpPr>
        <p:spPr>
          <a:xfrm>
            <a:off x="343787" y="914400"/>
            <a:ext cx="4343400" cy="397459"/>
          </a:xfrm>
          <a:prstGeom prst="rect">
            <a:avLst/>
          </a:prstGeom>
          <a:solidFill>
            <a:srgbClr val="2C95DD"/>
          </a:solidFill>
          <a:ln>
            <a:noFill/>
          </a:ln>
        </p:spPr>
        <p:style>
          <a:lnRef idx="1">
            <a:schemeClr val="accent1"/>
          </a:lnRef>
          <a:fillRef idx="1002">
            <a:schemeClr val="lt1"/>
          </a:fillRef>
          <a:effectRef idx="2">
            <a:schemeClr val="accent1"/>
          </a:effectRef>
          <a:fontRef idx="minor">
            <a:schemeClr val="lt1"/>
          </a:fontRef>
        </p:style>
        <p:txBody>
          <a:bodyPr rtlCol="0" anchor="ctr"/>
          <a:lstStyle/>
          <a:p>
            <a:r>
              <a:rPr lang="en-US" sz="1600" b="1"/>
              <a:t>iSCSI</a:t>
            </a:r>
          </a:p>
        </p:txBody>
      </p:sp>
      <p:pic>
        <p:nvPicPr>
          <p:cNvPr id="1536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48958" y="1113129"/>
            <a:ext cx="2759546" cy="324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26473095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iSCSI Name</a:t>
            </a:r>
          </a:p>
        </p:txBody>
      </p:sp>
      <p:sp>
        <p:nvSpPr>
          <p:cNvPr id="3" name="Content Placeholder 2"/>
          <p:cNvSpPr>
            <a:spLocks noGrp="1"/>
          </p:cNvSpPr>
          <p:nvPr>
            <p:ph sz="quarter" idx="10"/>
          </p:nvPr>
        </p:nvSpPr>
        <p:spPr/>
        <p:txBody>
          <a:bodyPr/>
          <a:lstStyle/>
          <a:p>
            <a:r>
              <a:rPr lang="en-US"/>
              <a:t>iSCSI name is a unique iSCSI identifier that identifies initiators and targets in an iSCSI network</a:t>
            </a:r>
          </a:p>
          <a:p>
            <a:r>
              <a:rPr lang="en-US"/>
              <a:t>The two common types of iSCSI names are:</a:t>
            </a:r>
          </a:p>
          <a:p>
            <a:pPr lvl="1"/>
            <a:r>
              <a:rPr lang="en-US" err="1"/>
              <a:t>iqn</a:t>
            </a:r>
            <a:r>
              <a:rPr lang="en-US"/>
              <a:t>: iSCSI Qualified Name</a:t>
            </a:r>
          </a:p>
          <a:p>
            <a:pPr lvl="2"/>
            <a:r>
              <a:rPr lang="en-US"/>
              <a:t>Example: iqn.2014-02.com.example:</a:t>
            </a:r>
            <a:r>
              <a:rPr lang="en-US" i="1"/>
              <a:t>optional_string</a:t>
            </a:r>
          </a:p>
          <a:p>
            <a:pPr lvl="1"/>
            <a:r>
              <a:rPr lang="en-US" err="1"/>
              <a:t>eui</a:t>
            </a:r>
            <a:r>
              <a:rPr lang="en-US"/>
              <a:t>: Extended Unique Identifier</a:t>
            </a:r>
          </a:p>
          <a:p>
            <a:pPr lvl="2"/>
            <a:r>
              <a:rPr lang="en-US"/>
              <a:t>Example: eui.0300732A32598D26</a:t>
            </a:r>
          </a:p>
          <a:p>
            <a:endParaRPr lang="en-US"/>
          </a:p>
        </p:txBody>
      </p:sp>
      <p:sp>
        <p:nvSpPr>
          <p:cNvPr id="4" name="Footer Placeholder 3"/>
          <p:cNvSpPr>
            <a:spLocks noGrp="1"/>
          </p:cNvSpPr>
          <p:nvPr>
            <p:ph type="ftr" sz="quarter" idx="3"/>
          </p:nvPr>
        </p:nvSpPr>
        <p:spPr/>
        <p:txBody>
          <a:bodyPr/>
          <a:lstStyle/>
          <a:p>
            <a:pPr algn="r"/>
            <a:r>
              <a:rPr lang="en-US"/>
              <a:t>Module: Physical Layer</a:t>
            </a:r>
          </a:p>
        </p:txBody>
      </p:sp>
    </p:spTree>
    <p:custDataLst>
      <p:tags r:id="rId1"/>
    </p:custDataLst>
    <p:extLst>
      <p:ext uri="{BB962C8B-B14F-4D97-AF65-F5344CB8AC3E}">
        <p14:creationId xmlns:p14="http://schemas.microsoft.com/office/powerpoint/2010/main" val="20549803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FCIP Networking</a:t>
            </a:r>
          </a:p>
        </p:txBody>
      </p:sp>
      <p:sp>
        <p:nvSpPr>
          <p:cNvPr id="5" name="Content Placeholder 4"/>
          <p:cNvSpPr>
            <a:spLocks noGrp="1"/>
          </p:cNvSpPr>
          <p:nvPr>
            <p:ph sz="quarter" idx="10"/>
          </p:nvPr>
        </p:nvSpPr>
        <p:spPr>
          <a:xfrm>
            <a:off x="379413" y="2211710"/>
            <a:ext cx="5416723" cy="2207890"/>
          </a:xfrm>
        </p:spPr>
        <p:txBody>
          <a:bodyPr/>
          <a:lstStyle/>
          <a:p>
            <a:r>
              <a:rPr lang="en-US"/>
              <a:t>An FCIP entity (e.g. FCIP gateway) exists at either end of an FCIP tunnel</a:t>
            </a:r>
          </a:p>
          <a:p>
            <a:pPr lvl="1"/>
            <a:r>
              <a:rPr lang="en-US"/>
              <a:t>Encapsulates FC into IP</a:t>
            </a:r>
          </a:p>
          <a:p>
            <a:pPr lvl="1"/>
            <a:r>
              <a:rPr lang="en-US"/>
              <a:t>Transfers IP packets to remote gateway</a:t>
            </a:r>
          </a:p>
          <a:p>
            <a:pPr lvl="1"/>
            <a:r>
              <a:rPr lang="en-US" err="1"/>
              <a:t>Decapsulates</a:t>
            </a:r>
            <a:r>
              <a:rPr lang="en-US"/>
              <a:t> FC from IP</a:t>
            </a:r>
          </a:p>
          <a:p>
            <a:r>
              <a:rPr lang="en-US"/>
              <a:t>Widely used in disaster recovery implementations</a:t>
            </a:r>
          </a:p>
        </p:txBody>
      </p:sp>
      <p:sp>
        <p:nvSpPr>
          <p:cNvPr id="3" name="Footer Placeholder 2"/>
          <p:cNvSpPr>
            <a:spLocks noGrp="1"/>
          </p:cNvSpPr>
          <p:nvPr>
            <p:ph type="ftr" sz="quarter" idx="3"/>
          </p:nvPr>
        </p:nvSpPr>
        <p:spPr>
          <a:prstGeom prst="rect">
            <a:avLst/>
          </a:prstGeom>
        </p:spPr>
        <p:txBody>
          <a:bodyPr/>
          <a:lstStyle/>
          <a:p>
            <a:pPr algn="r"/>
            <a:r>
              <a:rPr lang="en-US"/>
              <a:t>Module: Physical Layer</a:t>
            </a:r>
          </a:p>
        </p:txBody>
      </p:sp>
      <p:sp>
        <p:nvSpPr>
          <p:cNvPr id="7" name="Rectangle 6"/>
          <p:cNvSpPr/>
          <p:nvPr/>
        </p:nvSpPr>
        <p:spPr>
          <a:xfrm>
            <a:off x="294017" y="104441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609600" y="1113130"/>
            <a:ext cx="8229600" cy="882556"/>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600">
                <a:solidFill>
                  <a:schemeClr val="tx1"/>
                </a:solidFill>
              </a:rPr>
              <a:t>FCIP is an encapsulation of FC frames into IP packets that are transported between disparate FC SANs over an IP-based network through FCIP tunnel.</a:t>
            </a:r>
          </a:p>
        </p:txBody>
      </p:sp>
      <p:sp>
        <p:nvSpPr>
          <p:cNvPr id="9" name="Rectangle 8"/>
          <p:cNvSpPr/>
          <p:nvPr/>
        </p:nvSpPr>
        <p:spPr>
          <a:xfrm>
            <a:off x="343787" y="914400"/>
            <a:ext cx="4343400" cy="397459"/>
          </a:xfrm>
          <a:prstGeom prst="rect">
            <a:avLst/>
          </a:prstGeom>
          <a:solidFill>
            <a:srgbClr val="2C95DD"/>
          </a:solidFill>
          <a:ln>
            <a:noFill/>
          </a:ln>
        </p:spPr>
        <p:style>
          <a:lnRef idx="1">
            <a:schemeClr val="accent1"/>
          </a:lnRef>
          <a:fillRef idx="1002">
            <a:schemeClr val="lt1"/>
          </a:fillRef>
          <a:effectRef idx="2">
            <a:schemeClr val="accent1"/>
          </a:effectRef>
          <a:fontRef idx="minor">
            <a:schemeClr val="lt1"/>
          </a:fontRef>
        </p:style>
        <p:txBody>
          <a:bodyPr rtlCol="0" anchor="ctr"/>
          <a:lstStyle/>
          <a:p>
            <a:r>
              <a:rPr lang="en-US" sz="1600" b="1"/>
              <a:t>FCIP</a:t>
            </a:r>
          </a:p>
        </p:txBody>
      </p:sp>
      <p:pic>
        <p:nvPicPr>
          <p:cNvPr id="1638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09991" y="2063779"/>
            <a:ext cx="3293640" cy="23869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3008670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err="1"/>
              <a:t>FCoE</a:t>
            </a:r>
            <a:r>
              <a:rPr lang="en-US"/>
              <a:t> SAN</a:t>
            </a:r>
          </a:p>
        </p:txBody>
      </p:sp>
      <p:sp>
        <p:nvSpPr>
          <p:cNvPr id="5" name="Content Placeholder 4"/>
          <p:cNvSpPr>
            <a:spLocks noGrp="1"/>
          </p:cNvSpPr>
          <p:nvPr>
            <p:ph sz="quarter" idx="10"/>
          </p:nvPr>
        </p:nvSpPr>
        <p:spPr>
          <a:xfrm>
            <a:off x="379413" y="2355726"/>
            <a:ext cx="8458200" cy="2063874"/>
          </a:xfrm>
        </p:spPr>
        <p:txBody>
          <a:bodyPr/>
          <a:lstStyle/>
          <a:p>
            <a:r>
              <a:rPr lang="en-US"/>
              <a:t>Transfers both compute-to-compute and FC storage traffic using the same network components</a:t>
            </a:r>
          </a:p>
          <a:p>
            <a:pPr lvl="1"/>
            <a:r>
              <a:rPr lang="en-US"/>
              <a:t>Reduces complexity of managing multiple discrete networks</a:t>
            </a:r>
          </a:p>
          <a:p>
            <a:pPr lvl="1"/>
            <a:r>
              <a:rPr lang="en-US"/>
              <a:t>Reduces the number of adapters, cables, and switches, along with power and space consumption required in a data center</a:t>
            </a:r>
          </a:p>
          <a:p>
            <a:r>
              <a:rPr lang="en-US"/>
              <a:t>Based on an enhanced Ethernet standard that ensures lossless transmission of FC traffic over Ethernet</a:t>
            </a:r>
          </a:p>
        </p:txBody>
      </p:sp>
      <p:sp>
        <p:nvSpPr>
          <p:cNvPr id="3" name="Footer Placeholder 2"/>
          <p:cNvSpPr>
            <a:spLocks noGrp="1"/>
          </p:cNvSpPr>
          <p:nvPr>
            <p:ph type="ftr" sz="quarter" idx="3"/>
          </p:nvPr>
        </p:nvSpPr>
        <p:spPr>
          <a:prstGeom prst="rect">
            <a:avLst/>
          </a:prstGeom>
        </p:spPr>
        <p:txBody>
          <a:bodyPr/>
          <a:lstStyle/>
          <a:p>
            <a:pPr algn="r"/>
            <a:r>
              <a:rPr lang="en-US"/>
              <a:t>Module: Physical Layer</a:t>
            </a:r>
          </a:p>
        </p:txBody>
      </p:sp>
      <p:sp>
        <p:nvSpPr>
          <p:cNvPr id="7" name="Rectangle 6"/>
          <p:cNvSpPr/>
          <p:nvPr/>
        </p:nvSpPr>
        <p:spPr>
          <a:xfrm>
            <a:off x="294017" y="1044411"/>
            <a:ext cx="365905" cy="371173"/>
          </a:xfrm>
          <a:prstGeom prst="rect">
            <a:avLst/>
          </a:prstGeom>
          <a:solidFill>
            <a:schemeClr val="bg1">
              <a:lumMod val="50000"/>
            </a:schemeClr>
          </a:solidFill>
          <a:ln>
            <a:noFill/>
          </a:ln>
          <a:effectLst/>
          <a:scene3d>
            <a:camera prst="isometricLeftDown"/>
            <a:lightRig rig="threePt" dir="t"/>
          </a:scene3d>
        </p:spPr>
        <p:style>
          <a:lnRef idx="1">
            <a:schemeClr val="accent1"/>
          </a:lnRef>
          <a:fillRef idx="1002">
            <a:schemeClr val="l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609600" y="1113130"/>
            <a:ext cx="8229600" cy="1098580"/>
          </a:xfrm>
          <a:prstGeom prst="rect">
            <a:avLst/>
          </a:prstGeom>
          <a:gradFill flip="none" rotWithShape="1">
            <a:gsLst>
              <a:gs pos="0">
                <a:srgbClr val="BABCBE">
                  <a:tint val="66000"/>
                  <a:satMod val="160000"/>
                </a:srgbClr>
              </a:gs>
              <a:gs pos="50000">
                <a:srgbClr val="BABCBE">
                  <a:tint val="44500"/>
                  <a:satMod val="160000"/>
                </a:srgbClr>
              </a:gs>
              <a:gs pos="100000">
                <a:srgbClr val="BABCBE">
                  <a:tint val="23500"/>
                  <a:satMod val="160000"/>
                </a:srgbClr>
              </a:gs>
            </a:gsLst>
            <a:lin ang="2700000" scaled="1"/>
            <a:tileRect/>
          </a:gradFill>
          <a:ln w="12700">
            <a:solidFill>
              <a:srgbClr val="717074"/>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182880" rtlCol="0" anchor="t" anchorCtr="0"/>
          <a:lstStyle/>
          <a:p>
            <a:r>
              <a:rPr lang="en-US" sz="1600">
                <a:solidFill>
                  <a:schemeClr val="tx1"/>
                </a:solidFill>
              </a:rPr>
              <a:t>A converged enhanced Ethernet (CEE) network that uses the </a:t>
            </a:r>
            <a:r>
              <a:rPr lang="en-US" sz="1600" err="1">
                <a:solidFill>
                  <a:schemeClr val="tx1"/>
                </a:solidFill>
              </a:rPr>
              <a:t>FCoE</a:t>
            </a:r>
            <a:r>
              <a:rPr lang="en-US" sz="1600">
                <a:solidFill>
                  <a:schemeClr val="tx1"/>
                </a:solidFill>
              </a:rPr>
              <a:t> protocol to transport FC data along with regular Ethernet traffic over high speed Ethernet links. </a:t>
            </a:r>
            <a:r>
              <a:rPr lang="en-US" sz="1600" err="1">
                <a:solidFill>
                  <a:schemeClr val="tx1"/>
                </a:solidFill>
              </a:rPr>
              <a:t>FCoE</a:t>
            </a:r>
            <a:r>
              <a:rPr lang="en-US" sz="1600">
                <a:solidFill>
                  <a:schemeClr val="tx1"/>
                </a:solidFill>
              </a:rPr>
              <a:t> encapsulates FC frames into Ethernet frames.</a:t>
            </a:r>
          </a:p>
        </p:txBody>
      </p:sp>
      <p:sp>
        <p:nvSpPr>
          <p:cNvPr id="9" name="Rectangle 8"/>
          <p:cNvSpPr/>
          <p:nvPr/>
        </p:nvSpPr>
        <p:spPr>
          <a:xfrm>
            <a:off x="343787" y="914400"/>
            <a:ext cx="4343400" cy="397459"/>
          </a:xfrm>
          <a:prstGeom prst="rect">
            <a:avLst/>
          </a:prstGeom>
          <a:solidFill>
            <a:srgbClr val="2C95DD"/>
          </a:solidFill>
          <a:ln>
            <a:noFill/>
          </a:ln>
        </p:spPr>
        <p:style>
          <a:lnRef idx="1">
            <a:schemeClr val="accent1"/>
          </a:lnRef>
          <a:fillRef idx="1002">
            <a:schemeClr val="lt1"/>
          </a:fillRef>
          <a:effectRef idx="2">
            <a:schemeClr val="accent1"/>
          </a:effectRef>
          <a:fontRef idx="minor">
            <a:schemeClr val="lt1"/>
          </a:fontRef>
        </p:style>
        <p:txBody>
          <a:bodyPr rtlCol="0" anchor="ctr"/>
          <a:lstStyle/>
          <a:p>
            <a:r>
              <a:rPr lang="en-US" sz="1600" b="1" err="1"/>
              <a:t>FCoE</a:t>
            </a:r>
            <a:r>
              <a:rPr lang="en-US" sz="1600" b="1"/>
              <a:t> SAN</a:t>
            </a:r>
          </a:p>
        </p:txBody>
      </p:sp>
    </p:spTree>
    <p:custDataLst>
      <p:tags r:id="rId1"/>
    </p:custDataLst>
    <p:extLst>
      <p:ext uri="{BB962C8B-B14F-4D97-AF65-F5344CB8AC3E}">
        <p14:creationId xmlns:p14="http://schemas.microsoft.com/office/powerpoint/2010/main" val="20839092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err="1"/>
              <a:t>FCoE</a:t>
            </a:r>
            <a:r>
              <a:rPr lang="en-US"/>
              <a:t> SAN Components: CNA and S/W </a:t>
            </a:r>
            <a:r>
              <a:rPr lang="en-US" err="1"/>
              <a:t>FCoE</a:t>
            </a:r>
            <a:r>
              <a:rPr lang="en-US"/>
              <a:t> Adapter</a:t>
            </a:r>
          </a:p>
        </p:txBody>
      </p:sp>
      <p:sp>
        <p:nvSpPr>
          <p:cNvPr id="4" name="Footer Placeholder 3"/>
          <p:cNvSpPr>
            <a:spLocks noGrp="1"/>
          </p:cNvSpPr>
          <p:nvPr>
            <p:ph type="ftr" sz="quarter" idx="3"/>
          </p:nvPr>
        </p:nvSpPr>
        <p:spPr/>
        <p:txBody>
          <a:bodyPr/>
          <a:lstStyle/>
          <a:p>
            <a:pPr algn="r"/>
            <a:r>
              <a:rPr lang="en-US"/>
              <a:t>Module: Physical Layer</a:t>
            </a:r>
          </a:p>
        </p:txBody>
      </p:sp>
      <p:pic>
        <p:nvPicPr>
          <p:cNvPr id="1741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59881" y="998084"/>
            <a:ext cx="5224239" cy="198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6" name="Content Placeholder 5"/>
          <p:cNvGraphicFramePr>
            <a:graphicFrameLocks noGrp="1"/>
          </p:cNvGraphicFramePr>
          <p:nvPr>
            <p:ph sz="quarter" idx="10"/>
            <p:extLst>
              <p:ext uri="{D42A27DB-BD31-4B8C-83A1-F6EECF244321}">
                <p14:modId xmlns:p14="http://schemas.microsoft.com/office/powerpoint/2010/main" val="1550514357"/>
              </p:ext>
            </p:extLst>
          </p:nvPr>
        </p:nvGraphicFramePr>
        <p:xfrm>
          <a:off x="468000" y="3005710"/>
          <a:ext cx="8458200" cy="1280160"/>
        </p:xfrm>
        <a:graphic>
          <a:graphicData uri="http://schemas.openxmlformats.org/drawingml/2006/table">
            <a:tbl>
              <a:tblPr firstRow="1" bandRow="1">
                <a:tableStyleId>{5C22544A-7EE6-4342-B048-85BDC9FD1C3A}</a:tableStyleId>
              </a:tblPr>
              <a:tblGrid>
                <a:gridCol w="2231792">
                  <a:extLst>
                    <a:ext uri="{9D8B030D-6E8A-4147-A177-3AD203B41FA5}">
                      <a16:colId xmlns:a16="http://schemas.microsoft.com/office/drawing/2014/main" val="20000"/>
                    </a:ext>
                  </a:extLst>
                </a:gridCol>
                <a:gridCol w="6226408">
                  <a:extLst>
                    <a:ext uri="{9D8B030D-6E8A-4147-A177-3AD203B41FA5}">
                      <a16:colId xmlns:a16="http://schemas.microsoft.com/office/drawing/2014/main" val="20001"/>
                    </a:ext>
                  </a:extLst>
                </a:gridCol>
              </a:tblGrid>
              <a:tr h="0">
                <a:tc>
                  <a:txBody>
                    <a:bodyPr/>
                    <a:lstStyle/>
                    <a:p>
                      <a:pPr algn="l"/>
                      <a:r>
                        <a:rPr lang="en-US" sz="1100">
                          <a:effectLst/>
                          <a:latin typeface="+mn-lt"/>
                        </a:rPr>
                        <a:t>Component</a:t>
                      </a:r>
                      <a:endParaRPr lang="en-US" sz="1100">
                        <a:effectLst/>
                      </a:endParaRPr>
                    </a:p>
                  </a:txBody>
                  <a:tcPr/>
                </a:tc>
                <a:tc>
                  <a:txBody>
                    <a:bodyPr/>
                    <a:lstStyle/>
                    <a:p>
                      <a:pPr algn="l"/>
                      <a:r>
                        <a:rPr lang="en-US" sz="1100">
                          <a:effectLst/>
                          <a:latin typeface="+mn-lt"/>
                        </a:rPr>
                        <a:t>Description</a:t>
                      </a:r>
                      <a:endParaRPr lang="en-US" sz="1100">
                        <a:effectLst/>
                      </a:endParaRPr>
                    </a:p>
                  </a:txBody>
                  <a:tcPr/>
                </a:tc>
                <a:extLst>
                  <a:ext uri="{0D108BD9-81ED-4DB2-BD59-A6C34878D82A}">
                    <a16:rowId xmlns:a16="http://schemas.microsoft.com/office/drawing/2014/main" val="10000"/>
                  </a:ext>
                </a:extLst>
              </a:tr>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100"/>
                        <a:t>Converged network adapter (CNA)</a:t>
                      </a:r>
                    </a:p>
                  </a:txBody>
                  <a:tcPr/>
                </a:tc>
                <a:tc>
                  <a:txBody>
                    <a:bodyPr/>
                    <a:lstStyle/>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a:t>Provides functionality of both NIC and FC HBA in a single device</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a:t>Encapsulates FC traffic onto Ethernet frames (</a:t>
                      </a:r>
                      <a:r>
                        <a:rPr lang="en-US" sz="1100" err="1"/>
                        <a:t>FCoE</a:t>
                      </a:r>
                      <a:r>
                        <a:rPr lang="en-US" sz="1100"/>
                        <a:t> traffic)</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a:t>Consolidates both FC and regular Ethernet traffic over CEE links</a:t>
                      </a:r>
                    </a:p>
                  </a:txBody>
                  <a:tcPr/>
                </a:tc>
                <a:extLst>
                  <a:ext uri="{0D108BD9-81ED-4DB2-BD59-A6C34878D82A}">
                    <a16:rowId xmlns:a16="http://schemas.microsoft.com/office/drawing/2014/main" val="10001"/>
                  </a:ext>
                </a:extLst>
              </a:tr>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100"/>
                        <a:t>Software </a:t>
                      </a:r>
                      <a:r>
                        <a:rPr lang="en-US" sz="1100" err="1"/>
                        <a:t>FCoE</a:t>
                      </a:r>
                      <a:r>
                        <a:rPr lang="en-US" sz="1100"/>
                        <a:t> adapter</a:t>
                      </a:r>
                    </a:p>
                  </a:txBody>
                  <a:tcPr/>
                </a:tc>
                <a:tc>
                  <a:txBody>
                    <a:bodyPr/>
                    <a:lstStyle/>
                    <a:p>
                      <a:pPr marL="285750" indent="-285750" algn="l">
                        <a:buFont typeface="Arial" panose="020B0604020202020204" pitchFamily="34" charset="0"/>
                        <a:buChar char="•"/>
                      </a:pPr>
                      <a:r>
                        <a:rPr lang="en-US" sz="1100"/>
                        <a:t>A software on the compute system performs </a:t>
                      </a:r>
                      <a:r>
                        <a:rPr lang="en-US" sz="1100" err="1"/>
                        <a:t>FCoE</a:t>
                      </a:r>
                      <a:r>
                        <a:rPr lang="en-US" sz="1100"/>
                        <a:t> processing</a:t>
                      </a:r>
                    </a:p>
                    <a:p>
                      <a:pPr marL="285750" indent="-285750" algn="l">
                        <a:buFont typeface="Arial" panose="020B0604020202020204" pitchFamily="34" charset="0"/>
                        <a:buChar char="•"/>
                      </a:pPr>
                      <a:r>
                        <a:rPr lang="en-US" sz="1100"/>
                        <a:t>Supported NICs transfer both </a:t>
                      </a:r>
                      <a:r>
                        <a:rPr lang="en-US" sz="1100" err="1"/>
                        <a:t>FCoE</a:t>
                      </a:r>
                      <a:r>
                        <a:rPr lang="en-US" sz="1100"/>
                        <a:t> and regular Ethernet traffic</a:t>
                      </a:r>
                    </a:p>
                  </a:txBody>
                  <a:tcPr/>
                </a:tc>
                <a:extLst>
                  <a:ext uri="{0D108BD9-81ED-4DB2-BD59-A6C34878D82A}">
                    <a16:rowId xmlns:a16="http://schemas.microsoft.com/office/drawing/2014/main" val="10002"/>
                  </a:ext>
                </a:extLst>
              </a:tr>
            </a:tbl>
          </a:graphicData>
        </a:graphic>
      </p:graphicFrame>
    </p:spTree>
    <p:custDataLst>
      <p:tags r:id="rId1"/>
    </p:custDataLst>
    <p:extLst>
      <p:ext uri="{BB962C8B-B14F-4D97-AF65-F5344CB8AC3E}">
        <p14:creationId xmlns:p14="http://schemas.microsoft.com/office/powerpoint/2010/main" val="5684023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err="1"/>
              <a:t>FCoE</a:t>
            </a:r>
            <a:r>
              <a:rPr lang="en-US"/>
              <a:t> SAN Components: </a:t>
            </a:r>
            <a:r>
              <a:rPr lang="en-US" err="1"/>
              <a:t>FCoE</a:t>
            </a:r>
            <a:r>
              <a:rPr lang="en-US"/>
              <a:t> Switch and Storage Port</a:t>
            </a:r>
          </a:p>
        </p:txBody>
      </p:sp>
      <p:sp>
        <p:nvSpPr>
          <p:cNvPr id="4" name="Footer Placeholder 3"/>
          <p:cNvSpPr>
            <a:spLocks noGrp="1"/>
          </p:cNvSpPr>
          <p:nvPr>
            <p:ph type="ftr" sz="quarter" idx="3"/>
          </p:nvPr>
        </p:nvSpPr>
        <p:spPr/>
        <p:txBody>
          <a:bodyPr/>
          <a:lstStyle/>
          <a:p>
            <a:pPr algn="r"/>
            <a:r>
              <a:rPr lang="en-US"/>
              <a:t>Module: Physical Layer</a:t>
            </a:r>
          </a:p>
        </p:txBody>
      </p:sp>
      <p:pic>
        <p:nvPicPr>
          <p:cNvPr id="1741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59881" y="998085"/>
            <a:ext cx="5224239" cy="198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6" name="Content Placeholder 5"/>
          <p:cNvGraphicFramePr>
            <a:graphicFrameLocks noGrp="1"/>
          </p:cNvGraphicFramePr>
          <p:nvPr>
            <p:ph sz="quarter" idx="10"/>
            <p:extLst>
              <p:ext uri="{D42A27DB-BD31-4B8C-83A1-F6EECF244321}">
                <p14:modId xmlns:p14="http://schemas.microsoft.com/office/powerpoint/2010/main" val="3803795599"/>
              </p:ext>
            </p:extLst>
          </p:nvPr>
        </p:nvGraphicFramePr>
        <p:xfrm>
          <a:off x="467544" y="3005604"/>
          <a:ext cx="8458200" cy="1391920"/>
        </p:xfrm>
        <a:graphic>
          <a:graphicData uri="http://schemas.openxmlformats.org/drawingml/2006/table">
            <a:tbl>
              <a:tblPr firstRow="1" bandRow="1">
                <a:tableStyleId>{5C22544A-7EE6-4342-B048-85BDC9FD1C3A}</a:tableStyleId>
              </a:tblPr>
              <a:tblGrid>
                <a:gridCol w="2232248">
                  <a:extLst>
                    <a:ext uri="{9D8B030D-6E8A-4147-A177-3AD203B41FA5}">
                      <a16:colId xmlns:a16="http://schemas.microsoft.com/office/drawing/2014/main" val="20000"/>
                    </a:ext>
                  </a:extLst>
                </a:gridCol>
                <a:gridCol w="6225952">
                  <a:extLst>
                    <a:ext uri="{9D8B030D-6E8A-4147-A177-3AD203B41FA5}">
                      <a16:colId xmlns:a16="http://schemas.microsoft.com/office/drawing/2014/main" val="20001"/>
                    </a:ext>
                  </a:extLst>
                </a:gridCol>
              </a:tblGrid>
              <a:tr h="0">
                <a:tc>
                  <a:txBody>
                    <a:bodyPr/>
                    <a:lstStyle/>
                    <a:p>
                      <a:pPr algn="l"/>
                      <a:r>
                        <a:rPr lang="en-US" sz="1100">
                          <a:effectLst/>
                          <a:latin typeface="+mn-lt"/>
                        </a:rPr>
                        <a:t>Component</a:t>
                      </a:r>
                      <a:endParaRPr lang="en-US" sz="1100">
                        <a:effectLst/>
                      </a:endParaRPr>
                    </a:p>
                  </a:txBody>
                  <a:tcPr/>
                </a:tc>
                <a:tc>
                  <a:txBody>
                    <a:bodyPr/>
                    <a:lstStyle/>
                    <a:p>
                      <a:pPr algn="l"/>
                      <a:r>
                        <a:rPr lang="en-US" sz="1100">
                          <a:effectLst/>
                          <a:latin typeface="+mn-lt"/>
                        </a:rPr>
                        <a:t>Description</a:t>
                      </a:r>
                      <a:endParaRPr lang="en-US" sz="1100">
                        <a:effectLst/>
                      </a:endParaRPr>
                    </a:p>
                  </a:txBody>
                  <a:tcPr/>
                </a:tc>
                <a:extLst>
                  <a:ext uri="{0D108BD9-81ED-4DB2-BD59-A6C34878D82A}">
                    <a16:rowId xmlns:a16="http://schemas.microsoft.com/office/drawing/2014/main" val="10000"/>
                  </a:ext>
                </a:extLst>
              </a:tr>
              <a:tr h="370840">
                <a:tc>
                  <a:txBody>
                    <a:bodyPr/>
                    <a:lstStyle/>
                    <a:p>
                      <a:r>
                        <a:rPr lang="en-US" sz="1100" err="1"/>
                        <a:t>FCoE</a:t>
                      </a:r>
                      <a:r>
                        <a:rPr lang="en-US" sz="1100"/>
                        <a:t> switch</a:t>
                      </a:r>
                    </a:p>
                  </a:txBody>
                  <a:tcPr/>
                </a:tc>
                <a:tc>
                  <a:txBody>
                    <a:bodyPr/>
                    <a:lstStyle/>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a:t>Contains </a:t>
                      </a:r>
                      <a:r>
                        <a:rPr lang="en-US" sz="1100" err="1"/>
                        <a:t>Fibre</a:t>
                      </a:r>
                      <a:r>
                        <a:rPr lang="en-US" sz="1100"/>
                        <a:t> Channel Forwarder (FCF), Ethernet Bridge, and a set of ports for FC, Ethernet, or </a:t>
                      </a:r>
                      <a:r>
                        <a:rPr lang="en-US" sz="1100" err="1"/>
                        <a:t>FCoE</a:t>
                      </a:r>
                      <a:r>
                        <a:rPr lang="en-US" sz="1100"/>
                        <a:t> connectivity</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a:t>FCF encapsulates FC frames into Ethernet frames (</a:t>
                      </a:r>
                      <a:r>
                        <a:rPr lang="en-US" sz="1100" err="1"/>
                        <a:t>FCoE</a:t>
                      </a:r>
                      <a:r>
                        <a:rPr lang="en-US" sz="1100"/>
                        <a:t> frames) and</a:t>
                      </a:r>
                      <a:r>
                        <a:rPr lang="en-US" sz="1100" baseline="0"/>
                        <a:t> </a:t>
                      </a:r>
                      <a:r>
                        <a:rPr lang="en-US" sz="1100" err="1"/>
                        <a:t>decapsulates</a:t>
                      </a:r>
                      <a:r>
                        <a:rPr lang="en-US" sz="1100"/>
                        <a:t> </a:t>
                      </a:r>
                      <a:r>
                        <a:rPr lang="en-US" sz="1100" err="1"/>
                        <a:t>FCoE</a:t>
                      </a:r>
                      <a:r>
                        <a:rPr lang="en-US" sz="1100"/>
                        <a:t> frames to FC frames</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err="1"/>
                        <a:t>FCoE</a:t>
                      </a:r>
                      <a:r>
                        <a:rPr lang="en-US" sz="1100"/>
                        <a:t> storage port</a:t>
                      </a:r>
                    </a:p>
                  </a:txBody>
                  <a:tcPr/>
                </a:tc>
                <a:tc>
                  <a:txBody>
                    <a:bodyPr/>
                    <a:lstStyle/>
                    <a:p>
                      <a:pPr marL="285750" marR="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a:t>Connects to </a:t>
                      </a:r>
                      <a:r>
                        <a:rPr lang="en-US" sz="1100" err="1"/>
                        <a:t>FCoE</a:t>
                      </a:r>
                      <a:r>
                        <a:rPr lang="en-US" sz="1100"/>
                        <a:t> switch, enabling end-to-end </a:t>
                      </a:r>
                      <a:r>
                        <a:rPr lang="en-US" sz="1100" err="1"/>
                        <a:t>FCoE</a:t>
                      </a:r>
                      <a:r>
                        <a:rPr lang="en-US" sz="1100"/>
                        <a:t> environment</a:t>
                      </a:r>
                    </a:p>
                  </a:txBody>
                  <a:tcPr/>
                </a:tc>
                <a:extLst>
                  <a:ext uri="{0D108BD9-81ED-4DB2-BD59-A6C34878D82A}">
                    <a16:rowId xmlns:a16="http://schemas.microsoft.com/office/drawing/2014/main" val="10002"/>
                  </a:ext>
                </a:extLst>
              </a:tr>
            </a:tbl>
          </a:graphicData>
        </a:graphic>
      </p:graphicFrame>
    </p:spTree>
    <p:custDataLst>
      <p:tags r:id="rId1"/>
    </p:custDataLst>
    <p:extLst>
      <p:ext uri="{BB962C8B-B14F-4D97-AF65-F5344CB8AC3E}">
        <p14:creationId xmlns:p14="http://schemas.microsoft.com/office/powerpoint/2010/main" val="26986183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Inter-cloud Communication</a:t>
            </a:r>
          </a:p>
        </p:txBody>
      </p:sp>
      <p:sp>
        <p:nvSpPr>
          <p:cNvPr id="4" name="Footer Placeholder 3"/>
          <p:cNvSpPr>
            <a:spLocks noGrp="1"/>
          </p:cNvSpPr>
          <p:nvPr>
            <p:ph type="ftr" sz="quarter" idx="3"/>
          </p:nvPr>
        </p:nvSpPr>
        <p:spPr/>
        <p:txBody>
          <a:bodyPr/>
          <a:lstStyle/>
          <a:p>
            <a:pPr algn="r"/>
            <a:r>
              <a:rPr lang="en-US"/>
              <a:t>Module: Physical Layer</a:t>
            </a:r>
          </a:p>
        </p:txBody>
      </p:sp>
      <p:pic>
        <p:nvPicPr>
          <p:cNvPr id="1843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6497" y="879982"/>
            <a:ext cx="6496759" cy="378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16838803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solidFill>
                  <a:srgbClr val="2C95DD"/>
                </a:solidFill>
              </a:rPr>
              <a:t>Lesson Summary</a:t>
            </a:r>
            <a:endParaRPr lang="en-US"/>
          </a:p>
        </p:txBody>
      </p:sp>
      <p:sp>
        <p:nvSpPr>
          <p:cNvPr id="4" name="Content Placeholder 3"/>
          <p:cNvSpPr>
            <a:spLocks noGrp="1"/>
          </p:cNvSpPr>
          <p:nvPr>
            <p:ph sz="quarter" idx="10"/>
          </p:nvPr>
        </p:nvSpPr>
        <p:spPr/>
        <p:txBody>
          <a:bodyPr/>
          <a:lstStyle/>
          <a:p>
            <a:pPr marL="0" indent="0">
              <a:buNone/>
            </a:pPr>
            <a:r>
              <a:rPr lang="en-US"/>
              <a:t>During this lesson the following topics were covered:</a:t>
            </a:r>
          </a:p>
          <a:p>
            <a:r>
              <a:rPr lang="en-US"/>
              <a:t>Types of network communication</a:t>
            </a:r>
          </a:p>
          <a:p>
            <a:r>
              <a:rPr lang="en-US"/>
              <a:t>Compute-to-compute communication</a:t>
            </a:r>
          </a:p>
          <a:p>
            <a:r>
              <a:rPr lang="en-US"/>
              <a:t>Compute-to-storage communication (SAN)</a:t>
            </a:r>
          </a:p>
          <a:p>
            <a:r>
              <a:rPr lang="en-US"/>
              <a:t>FC SAN, IP SAN, and </a:t>
            </a:r>
            <a:r>
              <a:rPr lang="en-US" err="1"/>
              <a:t>FCoE</a:t>
            </a:r>
            <a:r>
              <a:rPr lang="en-US"/>
              <a:t> SAN components and architectures</a:t>
            </a:r>
          </a:p>
          <a:p>
            <a:r>
              <a:rPr lang="en-US"/>
              <a:t>Inter-cloud communication</a:t>
            </a:r>
          </a:p>
        </p:txBody>
      </p:sp>
      <p:sp>
        <p:nvSpPr>
          <p:cNvPr id="3" name="Footer Placeholder 2"/>
          <p:cNvSpPr>
            <a:spLocks noGrp="1"/>
          </p:cNvSpPr>
          <p:nvPr>
            <p:ph type="ftr" sz="quarter" idx="3"/>
          </p:nvPr>
        </p:nvSpPr>
        <p:spPr>
          <a:prstGeom prst="rect">
            <a:avLst/>
          </a:prstGeom>
        </p:spPr>
        <p:txBody>
          <a:bodyPr/>
          <a:lstStyle/>
          <a:p>
            <a:pPr algn="r"/>
            <a:r>
              <a:rPr lang="en-US"/>
              <a:t>Module: Physical Layer</a:t>
            </a:r>
          </a:p>
        </p:txBody>
      </p:sp>
    </p:spTree>
    <p:custDataLst>
      <p:tags r:id="rId1"/>
    </p:custDataLst>
    <p:extLst>
      <p:ext uri="{BB962C8B-B14F-4D97-AF65-F5344CB8AC3E}">
        <p14:creationId xmlns:p14="http://schemas.microsoft.com/office/powerpoint/2010/main" val="17369061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a:t>Concepts in Practice</a:t>
            </a:r>
          </a:p>
        </p:txBody>
      </p:sp>
      <p:sp>
        <p:nvSpPr>
          <p:cNvPr id="5" name="Content Placeholder 4"/>
          <p:cNvSpPr>
            <a:spLocks noGrp="1"/>
          </p:cNvSpPr>
          <p:nvPr>
            <p:ph sz="quarter" idx="10"/>
          </p:nvPr>
        </p:nvSpPr>
        <p:spPr/>
        <p:txBody>
          <a:bodyPr/>
          <a:lstStyle/>
          <a:p>
            <a:pPr>
              <a:defRPr/>
            </a:pPr>
            <a:r>
              <a:rPr lang="en-US"/>
              <a:t>EMC VMAX</a:t>
            </a:r>
          </a:p>
          <a:p>
            <a:pPr>
              <a:defRPr/>
            </a:pPr>
            <a:r>
              <a:rPr lang="en-US"/>
              <a:t>EMC VNX</a:t>
            </a:r>
          </a:p>
          <a:p>
            <a:pPr>
              <a:defRPr/>
            </a:pPr>
            <a:r>
              <a:rPr lang="en-US"/>
              <a:t>EMC ECS Appliance</a:t>
            </a:r>
          </a:p>
          <a:p>
            <a:pPr>
              <a:defRPr/>
            </a:pPr>
            <a:r>
              <a:rPr lang="en-US"/>
              <a:t>EMC </a:t>
            </a:r>
            <a:r>
              <a:rPr lang="en-US" err="1"/>
              <a:t>Isilon</a:t>
            </a:r>
            <a:endParaRPr lang="en-US"/>
          </a:p>
          <a:p>
            <a:pPr>
              <a:defRPr/>
            </a:pPr>
            <a:r>
              <a:rPr lang="en-US"/>
              <a:t>EMC </a:t>
            </a:r>
            <a:r>
              <a:rPr lang="en-US" err="1"/>
              <a:t>Atmos</a:t>
            </a:r>
            <a:endParaRPr lang="en-US"/>
          </a:p>
          <a:p>
            <a:pPr>
              <a:defRPr/>
            </a:pPr>
            <a:r>
              <a:rPr lang="en-US"/>
              <a:t>EMC </a:t>
            </a:r>
            <a:r>
              <a:rPr lang="en-US" err="1"/>
              <a:t>XtremIO</a:t>
            </a:r>
            <a:endParaRPr lang="en-US"/>
          </a:p>
          <a:p>
            <a:pPr>
              <a:defRPr/>
            </a:pPr>
            <a:r>
              <a:rPr lang="en-US"/>
              <a:t>EMC </a:t>
            </a:r>
            <a:r>
              <a:rPr lang="en-US" err="1"/>
              <a:t>Connectrix</a:t>
            </a:r>
            <a:endParaRPr lang="en-US"/>
          </a:p>
        </p:txBody>
      </p:sp>
      <p:sp>
        <p:nvSpPr>
          <p:cNvPr id="2" name="Footer Placeholder 1"/>
          <p:cNvSpPr>
            <a:spLocks noGrp="1"/>
          </p:cNvSpPr>
          <p:nvPr>
            <p:ph type="ftr" sz="quarter" idx="3"/>
          </p:nvPr>
        </p:nvSpPr>
        <p:spPr>
          <a:prstGeom prst="rect">
            <a:avLst/>
          </a:prstGeom>
        </p:spPr>
        <p:txBody>
          <a:bodyPr/>
          <a:lstStyle/>
          <a:p>
            <a:pPr algn="r"/>
            <a:r>
              <a:rPr lang="en-US"/>
              <a:t>Module: Physical Layer</a:t>
            </a:r>
          </a:p>
        </p:txBody>
      </p:sp>
    </p:spTree>
    <p:custDataLst>
      <p:tags r:id="rId1"/>
    </p:custDataLst>
    <p:extLst>
      <p:ext uri="{BB962C8B-B14F-4D97-AF65-F5344CB8AC3E}">
        <p14:creationId xmlns:p14="http://schemas.microsoft.com/office/powerpoint/2010/main" val="47712465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EMC VMAX, EMC VNX, and EMC ECS Appliance</a:t>
            </a:r>
          </a:p>
        </p:txBody>
      </p:sp>
      <p:sp>
        <p:nvSpPr>
          <p:cNvPr id="3" name="Footer Placeholder 2"/>
          <p:cNvSpPr>
            <a:spLocks noGrp="1"/>
          </p:cNvSpPr>
          <p:nvPr>
            <p:ph type="ftr" sz="quarter" idx="3"/>
          </p:nvPr>
        </p:nvSpPr>
        <p:spPr/>
        <p:txBody>
          <a:bodyPr/>
          <a:lstStyle/>
          <a:p>
            <a:pPr algn="r"/>
            <a:r>
              <a:rPr lang="en-US"/>
              <a:t>Module: Physical Layer</a:t>
            </a:r>
          </a:p>
        </p:txBody>
      </p:sp>
      <p:graphicFrame>
        <p:nvGraphicFramePr>
          <p:cNvPr id="5" name="Content Placeholder 4"/>
          <p:cNvGraphicFramePr>
            <a:graphicFrameLocks/>
          </p:cNvGraphicFramePr>
          <p:nvPr>
            <p:extLst>
              <p:ext uri="{D42A27DB-BD31-4B8C-83A1-F6EECF244321}">
                <p14:modId xmlns:p14="http://schemas.microsoft.com/office/powerpoint/2010/main" val="3449226456"/>
              </p:ext>
            </p:extLst>
          </p:nvPr>
        </p:nvGraphicFramePr>
        <p:xfrm>
          <a:off x="379413" y="990600"/>
          <a:ext cx="8369051" cy="3034792"/>
        </p:xfrm>
        <a:graphic>
          <a:graphicData uri="http://schemas.openxmlformats.org/drawingml/2006/table">
            <a:tbl>
              <a:tblPr firstRow="1" bandRow="1">
                <a:tableStyleId>{5C22544A-7EE6-4342-B048-85BDC9FD1C3A}</a:tableStyleId>
              </a:tblPr>
              <a:tblGrid>
                <a:gridCol w="2608411">
                  <a:extLst>
                    <a:ext uri="{9D8B030D-6E8A-4147-A177-3AD203B41FA5}">
                      <a16:colId xmlns:a16="http://schemas.microsoft.com/office/drawing/2014/main" val="20000"/>
                    </a:ext>
                  </a:extLst>
                </a:gridCol>
                <a:gridCol w="216024">
                  <a:extLst>
                    <a:ext uri="{9D8B030D-6E8A-4147-A177-3AD203B41FA5}">
                      <a16:colId xmlns:a16="http://schemas.microsoft.com/office/drawing/2014/main" val="20001"/>
                    </a:ext>
                  </a:extLst>
                </a:gridCol>
                <a:gridCol w="2664296">
                  <a:extLst>
                    <a:ext uri="{9D8B030D-6E8A-4147-A177-3AD203B41FA5}">
                      <a16:colId xmlns:a16="http://schemas.microsoft.com/office/drawing/2014/main" val="20002"/>
                    </a:ext>
                  </a:extLst>
                </a:gridCol>
                <a:gridCol w="216024">
                  <a:extLst>
                    <a:ext uri="{9D8B030D-6E8A-4147-A177-3AD203B41FA5}">
                      <a16:colId xmlns:a16="http://schemas.microsoft.com/office/drawing/2014/main" val="20003"/>
                    </a:ext>
                  </a:extLst>
                </a:gridCol>
                <a:gridCol w="2664296">
                  <a:extLst>
                    <a:ext uri="{9D8B030D-6E8A-4147-A177-3AD203B41FA5}">
                      <a16:colId xmlns:a16="http://schemas.microsoft.com/office/drawing/2014/main" val="20004"/>
                    </a:ext>
                  </a:extLst>
                </a:gridCol>
              </a:tblGrid>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600" b="1" kern="1200"/>
                        <a:t>VMAX</a:t>
                      </a:r>
                    </a:p>
                  </a:txBody>
                  <a:tcPr anchor="ct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600" b="1" kern="1200"/>
                    </a:p>
                  </a:txBody>
                  <a:tcPr anchor="ct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600" b="1" kern="1200"/>
                        <a:t>VNX</a:t>
                      </a:r>
                    </a:p>
                  </a:txBody>
                  <a:tcPr anchor="ctr"/>
                </a:tc>
                <a:tc>
                  <a:txBody>
                    <a:bodyPr/>
                    <a:lstStyle/>
                    <a:p>
                      <a:endParaRPr lang="en-US" sz="1600"/>
                    </a:p>
                  </a:txBody>
                  <a:tcPr anchor="ct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600" b="1" kern="1200"/>
                        <a:t>ECS Appliance</a:t>
                      </a:r>
                    </a:p>
                  </a:txBody>
                  <a:tcPr anchor="ctr"/>
                </a:tc>
                <a:extLst>
                  <a:ext uri="{0D108BD9-81ED-4DB2-BD59-A6C34878D82A}">
                    <a16:rowId xmlns:a16="http://schemas.microsoft.com/office/drawing/2014/main" val="10000"/>
                  </a:ext>
                </a:extLst>
              </a:tr>
              <a:tr h="370840">
                <a:tc>
                  <a:txBody>
                    <a:bodyPr/>
                    <a:lstStyle/>
                    <a:p>
                      <a:pPr marL="171450" lvl="1" indent="-171450" algn="l" defTabSz="800100">
                        <a:lnSpc>
                          <a:spcPct val="100000"/>
                        </a:lnSpc>
                        <a:spcBef>
                          <a:spcPts val="1200"/>
                        </a:spcBef>
                        <a:spcAft>
                          <a:spcPct val="15000"/>
                        </a:spcAft>
                        <a:buChar char="••"/>
                      </a:pPr>
                      <a:r>
                        <a:rPr lang="en-US" sz="1600" kern="1200"/>
                        <a:t>Family of high-end enterprise storage platforms </a:t>
                      </a:r>
                    </a:p>
                    <a:p>
                      <a:pPr marL="171450" lvl="1" indent="-171450" algn="l" defTabSz="800100">
                        <a:lnSpc>
                          <a:spcPct val="100000"/>
                        </a:lnSpc>
                        <a:spcBef>
                          <a:spcPts val="1200"/>
                        </a:spcBef>
                        <a:spcAft>
                          <a:spcPct val="15000"/>
                        </a:spcAft>
                        <a:buChar char="••"/>
                      </a:pPr>
                      <a:r>
                        <a:rPr lang="en-US" sz="1600" kern="1200"/>
                        <a:t>Block-based storage systems for mission-critical applications</a:t>
                      </a:r>
                    </a:p>
                    <a:p>
                      <a:pPr marL="171450" lvl="1" indent="-171450" algn="l" defTabSz="800100">
                        <a:lnSpc>
                          <a:spcPct val="100000"/>
                        </a:lnSpc>
                        <a:spcBef>
                          <a:spcPts val="1200"/>
                        </a:spcBef>
                        <a:spcAft>
                          <a:spcPct val="15000"/>
                        </a:spcAft>
                        <a:buChar char="••"/>
                      </a:pPr>
                      <a:r>
                        <a:rPr lang="en-US" sz="1600" kern="1200"/>
                        <a:t>High performance, reliability, availability, and scalability</a:t>
                      </a:r>
                    </a:p>
                  </a:txBody>
                  <a:tcPr>
                    <a:solidFill>
                      <a:srgbClr val="BABCBE"/>
                    </a:solidFill>
                  </a:tcPr>
                </a:tc>
                <a:tc>
                  <a:txBody>
                    <a:bodyPr/>
                    <a:lstStyle/>
                    <a:p>
                      <a:pPr marL="742950" lvl="2" indent="-285750" algn="l" defTabSz="800100">
                        <a:lnSpc>
                          <a:spcPct val="90000"/>
                        </a:lnSpc>
                        <a:spcBef>
                          <a:spcPct val="0"/>
                        </a:spcBef>
                        <a:spcAft>
                          <a:spcPct val="15000"/>
                        </a:spcAft>
                        <a:buFont typeface="Wingdings" panose="05000000000000000000" pitchFamily="2" charset="2"/>
                        <a:buChar char="§"/>
                      </a:pPr>
                      <a:endParaRPr lang="en-US" sz="1400" kern="1200"/>
                    </a:p>
                  </a:txBody>
                  <a:tcPr>
                    <a:noFill/>
                  </a:tcPr>
                </a:tc>
                <a:tc>
                  <a:txBody>
                    <a:bodyPr/>
                    <a:lstStyle/>
                    <a:p>
                      <a:pPr marL="171450" lvl="1" indent="-171450" algn="l" defTabSz="800100">
                        <a:lnSpc>
                          <a:spcPct val="100000"/>
                        </a:lnSpc>
                        <a:spcBef>
                          <a:spcPts val="1200"/>
                        </a:spcBef>
                        <a:spcAft>
                          <a:spcPct val="15000"/>
                        </a:spcAft>
                        <a:buChar char="••"/>
                      </a:pPr>
                      <a:r>
                        <a:rPr lang="en-US" sz="1600" kern="1200"/>
                        <a:t>Family of unified storage platforms</a:t>
                      </a:r>
                    </a:p>
                    <a:p>
                      <a:pPr marL="357188" lvl="2" indent="-177800" algn="l" defTabSz="800100">
                        <a:lnSpc>
                          <a:spcPct val="100000"/>
                        </a:lnSpc>
                        <a:spcBef>
                          <a:spcPts val="0"/>
                        </a:spcBef>
                        <a:spcAft>
                          <a:spcPct val="15000"/>
                        </a:spcAft>
                        <a:buFont typeface="Verdana" panose="020B0604030504040204" pitchFamily="34" charset="0"/>
                        <a:buChar char="-"/>
                      </a:pPr>
                      <a:r>
                        <a:rPr lang="en-US" sz="1400" kern="1200"/>
                        <a:t>Consolidates block, file, and object access</a:t>
                      </a:r>
                    </a:p>
                    <a:p>
                      <a:pPr marL="171450" lvl="1" indent="-171450" algn="l" defTabSz="800100">
                        <a:lnSpc>
                          <a:spcPct val="100000"/>
                        </a:lnSpc>
                        <a:spcBef>
                          <a:spcPts val="1200"/>
                        </a:spcBef>
                        <a:spcAft>
                          <a:spcPct val="15000"/>
                        </a:spcAft>
                        <a:buChar char="••"/>
                      </a:pPr>
                      <a:r>
                        <a:rPr lang="en-US" sz="1600"/>
                        <a:t>Built for SMBs and enterprises</a:t>
                      </a:r>
                    </a:p>
                    <a:p>
                      <a:pPr marL="171450" lvl="1" indent="-171450" algn="l" defTabSz="800100">
                        <a:lnSpc>
                          <a:spcPct val="100000"/>
                        </a:lnSpc>
                        <a:spcBef>
                          <a:spcPts val="1200"/>
                        </a:spcBef>
                        <a:spcAft>
                          <a:spcPct val="15000"/>
                        </a:spcAft>
                        <a:buChar char="••"/>
                      </a:pPr>
                      <a:r>
                        <a:rPr lang="en-US" sz="1600"/>
                        <a:t>Supports file (NFS and CIFS), FC, iSCSI, and </a:t>
                      </a:r>
                      <a:r>
                        <a:rPr lang="en-US" sz="1600" err="1"/>
                        <a:t>FCoE</a:t>
                      </a:r>
                      <a:r>
                        <a:rPr lang="en-US" sz="1600"/>
                        <a:t> access</a:t>
                      </a:r>
                    </a:p>
                  </a:txBody>
                  <a:tcPr>
                    <a:solidFill>
                      <a:srgbClr val="BABCBE"/>
                    </a:solidFill>
                  </a:tcPr>
                </a:tc>
                <a:tc>
                  <a:txBody>
                    <a:bodyPr/>
                    <a:lstStyle/>
                    <a:p>
                      <a:endParaRPr lang="en-US" sz="1600"/>
                    </a:p>
                  </a:txBody>
                  <a:tcPr>
                    <a:noFill/>
                  </a:tcPr>
                </a:tc>
                <a:tc>
                  <a:txBody>
                    <a:bodyPr/>
                    <a:lstStyle/>
                    <a:p>
                      <a:pPr marL="171450" lvl="1" indent="-171450" algn="l" defTabSz="800100">
                        <a:lnSpc>
                          <a:spcPct val="100000"/>
                        </a:lnSpc>
                        <a:spcBef>
                          <a:spcPts val="1200"/>
                        </a:spcBef>
                        <a:spcAft>
                          <a:spcPct val="15000"/>
                        </a:spcAft>
                        <a:buChar char="••"/>
                      </a:pPr>
                      <a:r>
                        <a:rPr lang="en-US" sz="1600" kern="1200"/>
                        <a:t>Hyper-scale storage infrastructure</a:t>
                      </a:r>
                    </a:p>
                    <a:p>
                      <a:pPr marL="171450" lvl="1" indent="-171450" algn="l" defTabSz="800100">
                        <a:lnSpc>
                          <a:spcPct val="100000"/>
                        </a:lnSpc>
                        <a:spcBef>
                          <a:spcPts val="1200"/>
                        </a:spcBef>
                        <a:spcAft>
                          <a:spcPct val="15000"/>
                        </a:spcAft>
                        <a:buChar char="••"/>
                      </a:pPr>
                      <a:r>
                        <a:rPr lang="en-US" sz="1600" kern="1200"/>
                        <a:t>Supports block, file, object, and HDFS</a:t>
                      </a:r>
                    </a:p>
                    <a:p>
                      <a:pPr marL="171450" lvl="1" indent="-171450" algn="l" defTabSz="800100">
                        <a:lnSpc>
                          <a:spcPct val="100000"/>
                        </a:lnSpc>
                        <a:spcBef>
                          <a:spcPts val="1200"/>
                        </a:spcBef>
                        <a:spcAft>
                          <a:spcPct val="15000"/>
                        </a:spcAft>
                        <a:buChar char="••"/>
                      </a:pPr>
                      <a:r>
                        <a:rPr lang="en-US" sz="1600" kern="1200"/>
                        <a:t>Provides multi-tenancy, self-service portal, and metering capabilities</a:t>
                      </a:r>
                    </a:p>
                  </a:txBody>
                  <a:tcPr>
                    <a:solidFill>
                      <a:srgbClr val="BABCBE"/>
                    </a:solidFill>
                  </a:tcPr>
                </a:tc>
                <a:extLst>
                  <a:ext uri="{0D108BD9-81ED-4DB2-BD59-A6C34878D82A}">
                    <a16:rowId xmlns:a16="http://schemas.microsoft.com/office/drawing/2014/main" val="10001"/>
                  </a:ext>
                </a:extLst>
              </a:tr>
            </a:tbl>
          </a:graphicData>
        </a:graphic>
      </p:graphicFrame>
    </p:spTree>
    <p:custDataLst>
      <p:tags r:id="rId1"/>
    </p:custDataLst>
    <p:extLst>
      <p:ext uri="{BB962C8B-B14F-4D97-AF65-F5344CB8AC3E}">
        <p14:creationId xmlns:p14="http://schemas.microsoft.com/office/powerpoint/2010/main" val="368381176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EMC </a:t>
            </a:r>
            <a:r>
              <a:rPr lang="en-US" err="1"/>
              <a:t>Isilon</a:t>
            </a:r>
            <a:r>
              <a:rPr lang="en-US"/>
              <a:t> and EMC </a:t>
            </a:r>
            <a:r>
              <a:rPr lang="en-US" err="1"/>
              <a:t>Atmos</a:t>
            </a:r>
            <a:endParaRPr lang="en-US"/>
          </a:p>
        </p:txBody>
      </p:sp>
      <p:sp>
        <p:nvSpPr>
          <p:cNvPr id="3" name="Footer Placeholder 2"/>
          <p:cNvSpPr>
            <a:spLocks noGrp="1"/>
          </p:cNvSpPr>
          <p:nvPr>
            <p:ph type="ftr" sz="quarter" idx="3"/>
          </p:nvPr>
        </p:nvSpPr>
        <p:spPr/>
        <p:txBody>
          <a:bodyPr/>
          <a:lstStyle/>
          <a:p>
            <a:pPr algn="r"/>
            <a:r>
              <a:rPr lang="en-US"/>
              <a:t>Module: Physical Layer</a:t>
            </a:r>
          </a:p>
        </p:txBody>
      </p:sp>
      <p:graphicFrame>
        <p:nvGraphicFramePr>
          <p:cNvPr id="6" name="Content Placeholder 4"/>
          <p:cNvGraphicFramePr>
            <a:graphicFrameLocks/>
          </p:cNvGraphicFramePr>
          <p:nvPr>
            <p:extLst>
              <p:ext uri="{D42A27DB-BD31-4B8C-83A1-F6EECF244321}">
                <p14:modId xmlns:p14="http://schemas.microsoft.com/office/powerpoint/2010/main" val="934792427"/>
              </p:ext>
            </p:extLst>
          </p:nvPr>
        </p:nvGraphicFramePr>
        <p:xfrm>
          <a:off x="379413" y="990600"/>
          <a:ext cx="8458200" cy="3260344"/>
        </p:xfrm>
        <a:graphic>
          <a:graphicData uri="http://schemas.openxmlformats.org/drawingml/2006/table">
            <a:tbl>
              <a:tblPr firstRow="1" bandRow="1">
                <a:tableStyleId>{5C22544A-7EE6-4342-B048-85BDC9FD1C3A}</a:tableStyleId>
              </a:tblPr>
              <a:tblGrid>
                <a:gridCol w="4120579">
                  <a:extLst>
                    <a:ext uri="{9D8B030D-6E8A-4147-A177-3AD203B41FA5}">
                      <a16:colId xmlns:a16="http://schemas.microsoft.com/office/drawing/2014/main" val="20000"/>
                    </a:ext>
                  </a:extLst>
                </a:gridCol>
                <a:gridCol w="216024">
                  <a:extLst>
                    <a:ext uri="{9D8B030D-6E8A-4147-A177-3AD203B41FA5}">
                      <a16:colId xmlns:a16="http://schemas.microsoft.com/office/drawing/2014/main" val="20001"/>
                    </a:ext>
                  </a:extLst>
                </a:gridCol>
                <a:gridCol w="4121597">
                  <a:extLst>
                    <a:ext uri="{9D8B030D-6E8A-4147-A177-3AD203B41FA5}">
                      <a16:colId xmlns:a16="http://schemas.microsoft.com/office/drawing/2014/main" val="20002"/>
                    </a:ext>
                  </a:extLst>
                </a:gridCol>
              </a:tblGrid>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600" b="1" kern="1200" err="1"/>
                        <a:t>Isilon</a:t>
                      </a:r>
                      <a:endParaRPr lang="en-US" sz="1600" b="1" kern="1200"/>
                    </a:p>
                  </a:txBody>
                  <a:tcPr anchor="ctr"/>
                </a:tc>
                <a:tc>
                  <a:txBody>
                    <a:bodyPr/>
                    <a:lstStyle/>
                    <a:p>
                      <a:endParaRPr lang="en-US" sz="1600"/>
                    </a:p>
                  </a:txBody>
                  <a:tcPr anchor="ct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600" b="1" kern="1200" err="1"/>
                        <a:t>Atmos</a:t>
                      </a:r>
                      <a:endParaRPr lang="en-US" sz="1600" b="1" kern="1200"/>
                    </a:p>
                  </a:txBody>
                  <a:tcPr anchor="ctr"/>
                </a:tc>
                <a:extLst>
                  <a:ext uri="{0D108BD9-81ED-4DB2-BD59-A6C34878D82A}">
                    <a16:rowId xmlns:a16="http://schemas.microsoft.com/office/drawing/2014/main" val="10000"/>
                  </a:ext>
                </a:extLst>
              </a:tr>
              <a:tr h="370840">
                <a:tc>
                  <a:txBody>
                    <a:bodyPr/>
                    <a:lstStyle/>
                    <a:p>
                      <a:pPr marL="171450" lvl="1" indent="-171450" algn="l" defTabSz="800100">
                        <a:lnSpc>
                          <a:spcPct val="100000"/>
                        </a:lnSpc>
                        <a:spcBef>
                          <a:spcPts val="1200"/>
                        </a:spcBef>
                        <a:spcAft>
                          <a:spcPct val="15000"/>
                        </a:spcAft>
                        <a:buChar char="••"/>
                      </a:pPr>
                      <a:r>
                        <a:rPr lang="en-US" sz="1600" kern="1200"/>
                        <a:t>Scale-out NAS storage platform</a:t>
                      </a:r>
                    </a:p>
                    <a:p>
                      <a:pPr marL="171450" lvl="1" indent="-171450" algn="l" defTabSz="800100">
                        <a:lnSpc>
                          <a:spcPct val="100000"/>
                        </a:lnSpc>
                        <a:spcBef>
                          <a:spcPts val="1200"/>
                        </a:spcBef>
                        <a:spcAft>
                          <a:spcPct val="15000"/>
                        </a:spcAft>
                        <a:buChar char="••"/>
                      </a:pPr>
                      <a:r>
                        <a:rPr lang="en-US" sz="1600" kern="1200"/>
                        <a:t>Enables pooling multiple nodes to construct a clustered NAS system</a:t>
                      </a:r>
                    </a:p>
                    <a:p>
                      <a:pPr marL="171450" lvl="1" indent="-171450" algn="l" defTabSz="800100">
                        <a:lnSpc>
                          <a:spcPct val="100000"/>
                        </a:lnSpc>
                        <a:spcBef>
                          <a:spcPts val="1200"/>
                        </a:spcBef>
                        <a:spcAft>
                          <a:spcPct val="15000"/>
                        </a:spcAft>
                        <a:buChar char="••"/>
                      </a:pPr>
                      <a:r>
                        <a:rPr lang="en-US" sz="1600" kern="1200" err="1"/>
                        <a:t>OneFS</a:t>
                      </a:r>
                      <a:r>
                        <a:rPr lang="en-US" sz="1600" kern="1200"/>
                        <a:t> operating environment creates single file system across the cluster</a:t>
                      </a:r>
                      <a:endParaRPr lang="en-US" sz="1600"/>
                    </a:p>
                  </a:txBody>
                  <a:tcPr>
                    <a:solidFill>
                      <a:srgbClr val="BABCBE"/>
                    </a:solidFill>
                  </a:tcPr>
                </a:tc>
                <a:tc>
                  <a:txBody>
                    <a:bodyPr/>
                    <a:lstStyle/>
                    <a:p>
                      <a:endParaRPr lang="en-US" sz="1600"/>
                    </a:p>
                  </a:txBody>
                  <a:tcPr>
                    <a:noFill/>
                  </a:tcPr>
                </a:tc>
                <a:tc>
                  <a:txBody>
                    <a:bodyPr/>
                    <a:lstStyle/>
                    <a:p>
                      <a:pPr marL="171450" lvl="1" indent="-171450" algn="l" defTabSz="800100">
                        <a:lnSpc>
                          <a:spcPct val="100000"/>
                        </a:lnSpc>
                        <a:spcBef>
                          <a:spcPts val="1200"/>
                        </a:spcBef>
                        <a:spcAft>
                          <a:spcPct val="15000"/>
                        </a:spcAft>
                        <a:buChar char="••"/>
                      </a:pPr>
                      <a:r>
                        <a:rPr lang="en-US" sz="1600" kern="1200"/>
                        <a:t>Scale-out object-based cloud storage platform</a:t>
                      </a:r>
                    </a:p>
                    <a:p>
                      <a:pPr marL="357188" lvl="2" indent="-177800" algn="l" defTabSz="800100" rtl="0" eaLnBrk="1" latinLnBrk="0" hangingPunct="1">
                        <a:lnSpc>
                          <a:spcPct val="100000"/>
                        </a:lnSpc>
                        <a:spcBef>
                          <a:spcPts val="0"/>
                        </a:spcBef>
                        <a:spcAft>
                          <a:spcPct val="15000"/>
                        </a:spcAft>
                        <a:buFont typeface="Verdana" panose="020B0604030504040204" pitchFamily="34" charset="0"/>
                        <a:buChar char="-"/>
                      </a:pPr>
                      <a:r>
                        <a:rPr lang="en-US" sz="1400" kern="1200">
                          <a:solidFill>
                            <a:schemeClr val="dk1"/>
                          </a:solidFill>
                          <a:latin typeface="+mn-lt"/>
                          <a:ea typeface="+mn-ea"/>
                          <a:cs typeface="+mn-cs"/>
                        </a:rPr>
                        <a:t>Stores data as objects</a:t>
                      </a:r>
                    </a:p>
                    <a:p>
                      <a:pPr marL="171450" lvl="1" indent="-171450" algn="l" defTabSz="800100">
                        <a:lnSpc>
                          <a:spcPct val="100000"/>
                        </a:lnSpc>
                        <a:spcBef>
                          <a:spcPts val="1200"/>
                        </a:spcBef>
                        <a:spcAft>
                          <a:spcPct val="15000"/>
                        </a:spcAft>
                        <a:buChar char="••"/>
                      </a:pPr>
                      <a:r>
                        <a:rPr lang="en-US" sz="1600"/>
                        <a:t>Seamless scale out</a:t>
                      </a:r>
                    </a:p>
                    <a:p>
                      <a:pPr marL="171450" lvl="1" indent="-171450" algn="l" defTabSz="800100">
                        <a:lnSpc>
                          <a:spcPct val="100000"/>
                        </a:lnSpc>
                        <a:spcBef>
                          <a:spcPts val="1200"/>
                        </a:spcBef>
                        <a:spcAft>
                          <a:spcPct val="15000"/>
                        </a:spcAft>
                        <a:buChar char="••"/>
                      </a:pPr>
                      <a:r>
                        <a:rPr lang="en-US" sz="1600"/>
                        <a:t>Key cloud features include:</a:t>
                      </a:r>
                    </a:p>
                    <a:p>
                      <a:pPr marL="357188" lvl="2" indent="-177800" algn="l" defTabSz="800100" rtl="0" eaLnBrk="1" latinLnBrk="0" hangingPunct="1">
                        <a:lnSpc>
                          <a:spcPct val="100000"/>
                        </a:lnSpc>
                        <a:spcBef>
                          <a:spcPts val="0"/>
                        </a:spcBef>
                        <a:spcAft>
                          <a:spcPct val="15000"/>
                        </a:spcAft>
                        <a:buFont typeface="Verdana" panose="020B0604030504040204" pitchFamily="34" charset="0"/>
                        <a:buChar char="-"/>
                      </a:pPr>
                      <a:r>
                        <a:rPr lang="en-US" sz="1400" kern="1200">
                          <a:solidFill>
                            <a:schemeClr val="dk1"/>
                          </a:solidFill>
                          <a:latin typeface="+mn-lt"/>
                          <a:ea typeface="+mn-ea"/>
                          <a:cs typeface="+mn-cs"/>
                        </a:rPr>
                        <a:t>Global namespace </a:t>
                      </a:r>
                    </a:p>
                    <a:p>
                      <a:pPr marL="357188" lvl="2" indent="-177800" algn="l" defTabSz="800100" rtl="0" eaLnBrk="1" latinLnBrk="0" hangingPunct="1">
                        <a:lnSpc>
                          <a:spcPct val="100000"/>
                        </a:lnSpc>
                        <a:spcBef>
                          <a:spcPts val="0"/>
                        </a:spcBef>
                        <a:spcAft>
                          <a:spcPct val="15000"/>
                        </a:spcAft>
                        <a:buFont typeface="Verdana" panose="020B0604030504040204" pitchFamily="34" charset="0"/>
                        <a:buChar char="-"/>
                      </a:pPr>
                      <a:r>
                        <a:rPr lang="en-US" sz="1400" kern="1200">
                          <a:solidFill>
                            <a:schemeClr val="dk1"/>
                          </a:solidFill>
                          <a:latin typeface="+mn-lt"/>
                          <a:ea typeface="+mn-ea"/>
                          <a:cs typeface="+mn-cs"/>
                        </a:rPr>
                        <a:t>REST API-driven storage</a:t>
                      </a:r>
                    </a:p>
                    <a:p>
                      <a:pPr marL="357188" lvl="2" indent="-177800" algn="l" defTabSz="800100" rtl="0" eaLnBrk="1" latinLnBrk="0" hangingPunct="1">
                        <a:lnSpc>
                          <a:spcPct val="100000"/>
                        </a:lnSpc>
                        <a:spcBef>
                          <a:spcPts val="0"/>
                        </a:spcBef>
                        <a:spcAft>
                          <a:spcPct val="15000"/>
                        </a:spcAft>
                        <a:buFont typeface="Verdana" panose="020B0604030504040204" pitchFamily="34" charset="0"/>
                        <a:buChar char="-"/>
                      </a:pPr>
                      <a:r>
                        <a:rPr lang="en-US" sz="1400" kern="1200">
                          <a:solidFill>
                            <a:schemeClr val="dk1"/>
                          </a:solidFill>
                          <a:latin typeface="+mn-lt"/>
                          <a:ea typeface="+mn-ea"/>
                          <a:cs typeface="+mn-cs"/>
                        </a:rPr>
                        <a:t>Multi-tenancy, metering, and self-service across tenants</a:t>
                      </a:r>
                    </a:p>
                    <a:p>
                      <a:pPr marL="357188" lvl="2" indent="-177800" algn="l" defTabSz="800100" rtl="0" eaLnBrk="1" latinLnBrk="0" hangingPunct="1">
                        <a:lnSpc>
                          <a:spcPct val="100000"/>
                        </a:lnSpc>
                        <a:spcBef>
                          <a:spcPts val="0"/>
                        </a:spcBef>
                        <a:spcAft>
                          <a:spcPct val="15000"/>
                        </a:spcAft>
                        <a:buFont typeface="Verdana" panose="020B0604030504040204" pitchFamily="34" charset="0"/>
                        <a:buChar char="-"/>
                      </a:pPr>
                      <a:r>
                        <a:rPr lang="en-US" sz="1400" kern="1200">
                          <a:solidFill>
                            <a:schemeClr val="dk1"/>
                          </a:solidFill>
                          <a:latin typeface="+mn-lt"/>
                          <a:ea typeface="+mn-ea"/>
                          <a:cs typeface="+mn-cs"/>
                        </a:rPr>
                        <a:t>Metering and chargeback</a:t>
                      </a:r>
                    </a:p>
                  </a:txBody>
                  <a:tcPr>
                    <a:solidFill>
                      <a:srgbClr val="BABCBE"/>
                    </a:solidFill>
                  </a:tcPr>
                </a:tc>
                <a:extLst>
                  <a:ext uri="{0D108BD9-81ED-4DB2-BD59-A6C34878D82A}">
                    <a16:rowId xmlns:a16="http://schemas.microsoft.com/office/drawing/2014/main" val="10001"/>
                  </a:ext>
                </a:extLst>
              </a:tr>
            </a:tbl>
          </a:graphicData>
        </a:graphic>
      </p:graphicFrame>
    </p:spTree>
    <p:custDataLst>
      <p:tags r:id="rId1"/>
    </p:custDataLst>
    <p:extLst>
      <p:ext uri="{BB962C8B-B14F-4D97-AF65-F5344CB8AC3E}">
        <p14:creationId xmlns:p14="http://schemas.microsoft.com/office/powerpoint/2010/main" val="412100021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EMC </a:t>
            </a:r>
            <a:r>
              <a:rPr lang="en-US" err="1"/>
              <a:t>XtremIO</a:t>
            </a:r>
            <a:r>
              <a:rPr lang="en-US"/>
              <a:t> and EMC </a:t>
            </a:r>
            <a:r>
              <a:rPr lang="en-US" err="1"/>
              <a:t>Connectrix</a:t>
            </a:r>
            <a:endParaRPr lang="en-US"/>
          </a:p>
        </p:txBody>
      </p:sp>
      <p:sp>
        <p:nvSpPr>
          <p:cNvPr id="3" name="Footer Placeholder 2"/>
          <p:cNvSpPr>
            <a:spLocks noGrp="1"/>
          </p:cNvSpPr>
          <p:nvPr>
            <p:ph type="ftr" sz="quarter" idx="3"/>
          </p:nvPr>
        </p:nvSpPr>
        <p:spPr/>
        <p:txBody>
          <a:bodyPr/>
          <a:lstStyle/>
          <a:p>
            <a:pPr algn="r"/>
            <a:r>
              <a:rPr lang="en-US"/>
              <a:t>Module: Physical Layer</a:t>
            </a:r>
          </a:p>
        </p:txBody>
      </p:sp>
      <p:graphicFrame>
        <p:nvGraphicFramePr>
          <p:cNvPr id="6" name="Content Placeholder 4"/>
          <p:cNvGraphicFramePr>
            <a:graphicFrameLocks/>
          </p:cNvGraphicFramePr>
          <p:nvPr>
            <p:extLst>
              <p:ext uri="{D42A27DB-BD31-4B8C-83A1-F6EECF244321}">
                <p14:modId xmlns:p14="http://schemas.microsoft.com/office/powerpoint/2010/main" val="4122979848"/>
              </p:ext>
            </p:extLst>
          </p:nvPr>
        </p:nvGraphicFramePr>
        <p:xfrm>
          <a:off x="379413" y="990600"/>
          <a:ext cx="8458200" cy="3223768"/>
        </p:xfrm>
        <a:graphic>
          <a:graphicData uri="http://schemas.openxmlformats.org/drawingml/2006/table">
            <a:tbl>
              <a:tblPr firstRow="1" bandRow="1">
                <a:tableStyleId>{5C22544A-7EE6-4342-B048-85BDC9FD1C3A}</a:tableStyleId>
              </a:tblPr>
              <a:tblGrid>
                <a:gridCol w="4120579">
                  <a:extLst>
                    <a:ext uri="{9D8B030D-6E8A-4147-A177-3AD203B41FA5}">
                      <a16:colId xmlns:a16="http://schemas.microsoft.com/office/drawing/2014/main" val="20000"/>
                    </a:ext>
                  </a:extLst>
                </a:gridCol>
                <a:gridCol w="216024">
                  <a:extLst>
                    <a:ext uri="{9D8B030D-6E8A-4147-A177-3AD203B41FA5}">
                      <a16:colId xmlns:a16="http://schemas.microsoft.com/office/drawing/2014/main" val="20001"/>
                    </a:ext>
                  </a:extLst>
                </a:gridCol>
                <a:gridCol w="4121597">
                  <a:extLst>
                    <a:ext uri="{9D8B030D-6E8A-4147-A177-3AD203B41FA5}">
                      <a16:colId xmlns:a16="http://schemas.microsoft.com/office/drawing/2014/main" val="20002"/>
                    </a:ext>
                  </a:extLst>
                </a:gridCol>
              </a:tblGrid>
              <a:tr h="37084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600" b="1" kern="1200" err="1"/>
                        <a:t>XtremIO</a:t>
                      </a:r>
                      <a:endParaRPr lang="en-US" sz="1600" b="1" kern="1200"/>
                    </a:p>
                  </a:txBody>
                  <a:tcPr anchor="ctr"/>
                </a:tc>
                <a:tc>
                  <a:txBody>
                    <a:bodyPr/>
                    <a:lstStyle/>
                    <a:p>
                      <a:endParaRPr lang="en-US" sz="1600"/>
                    </a:p>
                  </a:txBody>
                  <a:tcPr anchor="ct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600" b="1" kern="1200" err="1"/>
                        <a:t>Connectrix</a:t>
                      </a:r>
                      <a:endParaRPr lang="en-US" sz="1600" b="1" kern="1200"/>
                    </a:p>
                  </a:txBody>
                  <a:tcPr anchor="ctr"/>
                </a:tc>
                <a:extLst>
                  <a:ext uri="{0D108BD9-81ED-4DB2-BD59-A6C34878D82A}">
                    <a16:rowId xmlns:a16="http://schemas.microsoft.com/office/drawing/2014/main" val="10000"/>
                  </a:ext>
                </a:extLst>
              </a:tr>
              <a:tr h="370840">
                <a:tc>
                  <a:txBody>
                    <a:bodyPr/>
                    <a:lstStyle/>
                    <a:p>
                      <a:pPr marL="171450" lvl="1" indent="-171450" algn="l" defTabSz="800100">
                        <a:lnSpc>
                          <a:spcPct val="100000"/>
                        </a:lnSpc>
                        <a:spcBef>
                          <a:spcPts val="1200"/>
                        </a:spcBef>
                        <a:spcAft>
                          <a:spcPct val="15000"/>
                        </a:spcAft>
                        <a:buChar char="••"/>
                      </a:pPr>
                      <a:r>
                        <a:rPr lang="en-US" sz="1600" kern="1200"/>
                        <a:t>All-flash, block-based, scale-out enterprise storage array</a:t>
                      </a:r>
                    </a:p>
                    <a:p>
                      <a:pPr marL="171450" lvl="1" indent="-171450" algn="l" defTabSz="800100">
                        <a:lnSpc>
                          <a:spcPct val="100000"/>
                        </a:lnSpc>
                        <a:spcBef>
                          <a:spcPts val="1200"/>
                        </a:spcBef>
                        <a:spcAft>
                          <a:spcPct val="15000"/>
                        </a:spcAft>
                        <a:buChar char="••"/>
                      </a:pPr>
                      <a:r>
                        <a:rPr lang="en-US" sz="1600" kern="1200"/>
                        <a:t>Uses a clustered design to grow capacity and performance as required</a:t>
                      </a:r>
                    </a:p>
                    <a:p>
                      <a:pPr marL="171450" lvl="1" indent="-171450" algn="l" defTabSz="800100">
                        <a:lnSpc>
                          <a:spcPct val="100000"/>
                        </a:lnSpc>
                        <a:spcBef>
                          <a:spcPts val="1200"/>
                        </a:spcBef>
                        <a:spcAft>
                          <a:spcPct val="15000"/>
                        </a:spcAft>
                        <a:buChar char="••"/>
                      </a:pPr>
                      <a:r>
                        <a:rPr lang="en-US" sz="1600" kern="1200"/>
                        <a:t>A powerful OS (XIOS) manages the storage cluster</a:t>
                      </a:r>
                    </a:p>
                    <a:p>
                      <a:pPr marL="171450" lvl="1" indent="-171450" algn="l" defTabSz="800100">
                        <a:lnSpc>
                          <a:spcPct val="100000"/>
                        </a:lnSpc>
                        <a:spcBef>
                          <a:spcPts val="1200"/>
                        </a:spcBef>
                        <a:spcAft>
                          <a:spcPct val="15000"/>
                        </a:spcAft>
                        <a:buChar char="••"/>
                      </a:pPr>
                      <a:r>
                        <a:rPr lang="en-US" sz="1600" kern="1200"/>
                        <a:t>Simplified and efficient provisioning and management</a:t>
                      </a:r>
                    </a:p>
                  </a:txBody>
                  <a:tcPr>
                    <a:solidFill>
                      <a:srgbClr val="BABCBE"/>
                    </a:solidFill>
                  </a:tcPr>
                </a:tc>
                <a:tc>
                  <a:txBody>
                    <a:bodyPr/>
                    <a:lstStyle/>
                    <a:p>
                      <a:endParaRPr lang="en-US" sz="1600"/>
                    </a:p>
                  </a:txBody>
                  <a:tcPr>
                    <a:noFill/>
                  </a:tcPr>
                </a:tc>
                <a:tc>
                  <a:txBody>
                    <a:bodyPr/>
                    <a:lstStyle/>
                    <a:p>
                      <a:pPr marL="171450" lvl="1" indent="-171450" algn="l" defTabSz="800100">
                        <a:lnSpc>
                          <a:spcPct val="100000"/>
                        </a:lnSpc>
                        <a:spcBef>
                          <a:spcPts val="1200"/>
                        </a:spcBef>
                        <a:spcAft>
                          <a:spcPct val="15000"/>
                        </a:spcAft>
                        <a:buChar char="••"/>
                      </a:pPr>
                      <a:r>
                        <a:rPr lang="en-US" sz="1600" kern="1200"/>
                        <a:t>Family</a:t>
                      </a:r>
                      <a:r>
                        <a:rPr lang="en-US" sz="1600" kern="1200" baseline="0"/>
                        <a:t> of </a:t>
                      </a:r>
                      <a:r>
                        <a:rPr lang="en-US" sz="1600"/>
                        <a:t>networked storage </a:t>
                      </a:r>
                      <a:r>
                        <a:rPr lang="en-US" sz="1600" kern="1200"/>
                        <a:t>connectivity products including:</a:t>
                      </a:r>
                    </a:p>
                    <a:p>
                      <a:pPr marL="357188" lvl="2" indent="-177800" algn="l" defTabSz="800100" rtl="0" eaLnBrk="1" latinLnBrk="0" hangingPunct="1">
                        <a:lnSpc>
                          <a:spcPct val="100000"/>
                        </a:lnSpc>
                        <a:spcBef>
                          <a:spcPts val="0"/>
                        </a:spcBef>
                        <a:spcAft>
                          <a:spcPct val="15000"/>
                        </a:spcAft>
                        <a:buFont typeface="Verdana" panose="020B0604030504040204" pitchFamily="34" charset="0"/>
                        <a:buChar char="-"/>
                      </a:pPr>
                      <a:r>
                        <a:rPr lang="en-US" sz="1400" kern="1200">
                          <a:solidFill>
                            <a:schemeClr val="dk1"/>
                          </a:solidFill>
                          <a:latin typeface="+mn-lt"/>
                          <a:ea typeface="+mn-ea"/>
                          <a:cs typeface="+mn-cs"/>
                        </a:rPr>
                        <a:t>Enterprise directors</a:t>
                      </a:r>
                    </a:p>
                    <a:p>
                      <a:pPr marL="357188" lvl="2" indent="-177800" algn="l" defTabSz="800100" rtl="0" eaLnBrk="1" latinLnBrk="0" hangingPunct="1">
                        <a:lnSpc>
                          <a:spcPct val="100000"/>
                        </a:lnSpc>
                        <a:spcBef>
                          <a:spcPts val="0"/>
                        </a:spcBef>
                        <a:spcAft>
                          <a:spcPct val="15000"/>
                        </a:spcAft>
                        <a:buFont typeface="Verdana" panose="020B0604030504040204" pitchFamily="34" charset="0"/>
                        <a:buChar char="-"/>
                      </a:pPr>
                      <a:r>
                        <a:rPr lang="en-US" sz="1400" kern="1200">
                          <a:solidFill>
                            <a:schemeClr val="dk1"/>
                          </a:solidFill>
                          <a:latin typeface="+mn-lt"/>
                          <a:ea typeface="+mn-ea"/>
                          <a:cs typeface="+mn-cs"/>
                        </a:rPr>
                        <a:t>Departmental switches</a:t>
                      </a:r>
                    </a:p>
                    <a:p>
                      <a:pPr marL="357188" lvl="2" indent="-177800" algn="l" defTabSz="800100" rtl="0" eaLnBrk="1" latinLnBrk="0" hangingPunct="1">
                        <a:lnSpc>
                          <a:spcPct val="100000"/>
                        </a:lnSpc>
                        <a:spcBef>
                          <a:spcPts val="0"/>
                        </a:spcBef>
                        <a:spcAft>
                          <a:spcPct val="15000"/>
                        </a:spcAft>
                        <a:buFont typeface="Verdana" panose="020B0604030504040204" pitchFamily="34" charset="0"/>
                        <a:buChar char="-"/>
                      </a:pPr>
                      <a:r>
                        <a:rPr lang="en-US" sz="1400" kern="1200">
                          <a:solidFill>
                            <a:schemeClr val="dk1"/>
                          </a:solidFill>
                          <a:latin typeface="+mn-lt"/>
                          <a:ea typeface="+mn-ea"/>
                          <a:cs typeface="+mn-cs"/>
                        </a:rPr>
                        <a:t>Multi-purpose switches</a:t>
                      </a:r>
                    </a:p>
                    <a:p>
                      <a:pPr marL="171450" lvl="1" indent="-171450" algn="l" defTabSz="800100">
                        <a:lnSpc>
                          <a:spcPct val="100000"/>
                        </a:lnSpc>
                        <a:spcBef>
                          <a:spcPts val="1200"/>
                        </a:spcBef>
                        <a:spcAft>
                          <a:spcPct val="15000"/>
                        </a:spcAft>
                        <a:buChar char="••"/>
                      </a:pPr>
                      <a:r>
                        <a:rPr lang="en-US" sz="1600"/>
                        <a:t>Multi-purpose switches support FC, iSCSI, FCIP, and </a:t>
                      </a:r>
                      <a:r>
                        <a:rPr lang="en-US" sz="1600" err="1"/>
                        <a:t>FCoE</a:t>
                      </a:r>
                      <a:r>
                        <a:rPr lang="en-US" sz="1600"/>
                        <a:t> protocols</a:t>
                      </a:r>
                    </a:p>
                  </a:txBody>
                  <a:tcPr>
                    <a:solidFill>
                      <a:srgbClr val="BABCBE"/>
                    </a:solidFill>
                  </a:tcPr>
                </a:tc>
                <a:extLst>
                  <a:ext uri="{0D108BD9-81ED-4DB2-BD59-A6C34878D82A}">
                    <a16:rowId xmlns:a16="http://schemas.microsoft.com/office/drawing/2014/main" val="10001"/>
                  </a:ext>
                </a:extLst>
              </a:tr>
            </a:tbl>
          </a:graphicData>
        </a:graphic>
      </p:graphicFrame>
    </p:spTree>
    <p:custDataLst>
      <p:tags r:id="rId1"/>
    </p:custDataLst>
    <p:extLst>
      <p:ext uri="{BB962C8B-B14F-4D97-AF65-F5344CB8AC3E}">
        <p14:creationId xmlns:p14="http://schemas.microsoft.com/office/powerpoint/2010/main" val="156489187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solidFill>
                  <a:srgbClr val="2C95DD"/>
                </a:solidFill>
              </a:rPr>
              <a:t>Module Summary</a:t>
            </a:r>
            <a:endParaRPr lang="en-US"/>
          </a:p>
        </p:txBody>
      </p:sp>
      <p:sp>
        <p:nvSpPr>
          <p:cNvPr id="4" name="Content Placeholder 3"/>
          <p:cNvSpPr>
            <a:spLocks noGrp="1"/>
          </p:cNvSpPr>
          <p:nvPr>
            <p:ph sz="quarter" idx="10"/>
          </p:nvPr>
        </p:nvSpPr>
        <p:spPr/>
        <p:txBody>
          <a:bodyPr/>
          <a:lstStyle/>
          <a:p>
            <a:pPr marL="0" indent="0">
              <a:buNone/>
            </a:pPr>
            <a:r>
              <a:rPr lang="en-US"/>
              <a:t>Key points covered in this module:</a:t>
            </a:r>
          </a:p>
          <a:p>
            <a:pPr>
              <a:defRPr/>
            </a:pPr>
            <a:r>
              <a:rPr lang="en-US"/>
              <a:t>Compute system components and types</a:t>
            </a:r>
          </a:p>
          <a:p>
            <a:pPr>
              <a:defRPr/>
            </a:pPr>
            <a:r>
              <a:rPr lang="en-US"/>
              <a:t>Types of storage devices, RAID techniques, and storage system architectures</a:t>
            </a:r>
          </a:p>
          <a:p>
            <a:pPr>
              <a:defRPr/>
            </a:pPr>
            <a:r>
              <a:rPr lang="en-US"/>
              <a:t>Network connectivity and the types of network communication</a:t>
            </a:r>
          </a:p>
        </p:txBody>
      </p:sp>
      <p:sp>
        <p:nvSpPr>
          <p:cNvPr id="3" name="Footer Placeholder 2"/>
          <p:cNvSpPr>
            <a:spLocks noGrp="1"/>
          </p:cNvSpPr>
          <p:nvPr>
            <p:ph type="ftr" sz="quarter" idx="3"/>
          </p:nvPr>
        </p:nvSpPr>
        <p:spPr>
          <a:prstGeom prst="rect">
            <a:avLst/>
          </a:prstGeom>
        </p:spPr>
        <p:txBody>
          <a:bodyPr/>
          <a:lstStyle/>
          <a:p>
            <a:pPr algn="r"/>
            <a:r>
              <a:rPr lang="en-US"/>
              <a:t>Module: Physical Layer</a:t>
            </a:r>
          </a:p>
        </p:txBody>
      </p:sp>
    </p:spTree>
    <p:custDataLst>
      <p:tags r:id="rId1"/>
    </p:custDataLst>
    <p:extLst>
      <p:ext uri="{BB962C8B-B14F-4D97-AF65-F5344CB8AC3E}">
        <p14:creationId xmlns:p14="http://schemas.microsoft.com/office/powerpoint/2010/main" val="145271647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Footer Placeholder 2"/>
          <p:cNvSpPr>
            <a:spLocks noGrp="1"/>
          </p:cNvSpPr>
          <p:nvPr>
            <p:ph type="ftr" sz="quarter" idx="3"/>
          </p:nvPr>
        </p:nvSpPr>
        <p:spPr/>
        <p:txBody>
          <a:bodyPr/>
          <a:lstStyle/>
          <a:p>
            <a:pPr algn="r"/>
            <a:r>
              <a:rPr lang="en-US"/>
              <a:t>Module: Physical Layer</a:t>
            </a:r>
          </a:p>
        </p:txBody>
      </p:sp>
      <p:sp>
        <p:nvSpPr>
          <p:cNvPr id="7" name="TextBox 6"/>
          <p:cNvSpPr txBox="1"/>
          <p:nvPr/>
        </p:nvSpPr>
        <p:spPr>
          <a:xfrm>
            <a:off x="381000" y="2126218"/>
            <a:ext cx="8458200" cy="369332"/>
          </a:xfrm>
          <a:prstGeom prst="rect">
            <a:avLst/>
          </a:prstGeom>
          <a:noFill/>
        </p:spPr>
        <p:txBody>
          <a:bodyPr wrap="square" rtlCol="0">
            <a:spAutoFit/>
          </a:bodyPr>
          <a:lstStyle/>
          <a:p>
            <a:pPr algn="ctr"/>
            <a:r>
              <a:rPr lang="en-US" sz="1800">
                <a:solidFill>
                  <a:schemeClr val="tx1"/>
                </a:solidFill>
              </a:rPr>
              <a:t>This slide intentionally left blank.</a:t>
            </a:r>
          </a:p>
        </p:txBody>
      </p:sp>
    </p:spTree>
    <p:custDataLst>
      <p:tags r:id="rId1"/>
    </p:custDataLst>
    <p:extLst>
      <p:ext uri="{BB962C8B-B14F-4D97-AF65-F5344CB8AC3E}">
        <p14:creationId xmlns:p14="http://schemas.microsoft.com/office/powerpoint/2010/main" val="38412460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58"/>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311-16x9_ILT OILT VILT Template_Open Curriculum-20140630">
  <a:themeElements>
    <a:clrScheme name="2014 v4">
      <a:dk1>
        <a:srgbClr val="000000"/>
      </a:dk1>
      <a:lt1>
        <a:srgbClr val="FFFFFF"/>
      </a:lt1>
      <a:dk2>
        <a:srgbClr val="2C95DD"/>
      </a:dk2>
      <a:lt2>
        <a:srgbClr val="717074"/>
      </a:lt2>
      <a:accent1>
        <a:srgbClr val="2C95DD"/>
      </a:accent1>
      <a:accent2>
        <a:srgbClr val="339933"/>
      </a:accent2>
      <a:accent3>
        <a:srgbClr val="93C5FF"/>
      </a:accent3>
      <a:accent4>
        <a:srgbClr val="BABCBE"/>
      </a:accent4>
      <a:accent5>
        <a:srgbClr val="007D68"/>
      </a:accent5>
      <a:accent6>
        <a:srgbClr val="CE3131"/>
      </a:accent6>
      <a:hlink>
        <a:srgbClr val="2C95DD"/>
      </a:hlink>
      <a:folHlink>
        <a:srgbClr val="2C95E1"/>
      </a:folHlink>
    </a:clrScheme>
    <a:fontScheme name="Adjacency">
      <a:majorFont>
        <a:latin typeface="Verdan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Verdana"/>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mpd="sng">
          <a:solidFill>
            <a:schemeClr val="bg2"/>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mpd="sng">
          <a:solidFill>
            <a:schemeClr val="bg2"/>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defRPr dirty="0" err="1" smtClean="0">
            <a:solidFill>
              <a:schemeClr val="bg2"/>
            </a:solidFill>
          </a:defRPr>
        </a:defPPr>
      </a:lstStyle>
    </a:txDef>
  </a:objectDefaults>
  <a:extraClrSchemeLst/>
</a:theme>
</file>

<file path=ppt/theme/theme2.xml><?xml version="1.0" encoding="utf-8"?>
<a:theme xmlns:a="http://schemas.openxmlformats.org/drawingml/2006/main" name="Office Theme">
  <a:themeElements>
    <a:clrScheme name="EMC 2014">
      <a:dk1>
        <a:srgbClr val="000000"/>
      </a:dk1>
      <a:lt1>
        <a:srgbClr val="FFFFFF"/>
      </a:lt1>
      <a:dk2>
        <a:srgbClr val="2C95DD"/>
      </a:dk2>
      <a:lt2>
        <a:srgbClr val="717073"/>
      </a:lt2>
      <a:accent1>
        <a:srgbClr val="2C95DD"/>
      </a:accent1>
      <a:accent2>
        <a:srgbClr val="007D68"/>
      </a:accent2>
      <a:accent3>
        <a:srgbClr val="93C5FF"/>
      </a:accent3>
      <a:accent4>
        <a:srgbClr val="BABCBE"/>
      </a:accent4>
      <a:accent5>
        <a:srgbClr val="8E908F"/>
      </a:accent5>
      <a:accent6>
        <a:srgbClr val="FF0000"/>
      </a:accent6>
      <a:hlink>
        <a:srgbClr val="2C95DD"/>
      </a:hlink>
      <a:folHlink>
        <a:srgbClr val="2C95E1"/>
      </a:folHlink>
    </a:clrScheme>
    <a:fontScheme name="Adjacency">
      <a:majorFont>
        <a:latin typeface="Verdan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Verdana"/>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EMC 2014">
      <a:dk1>
        <a:srgbClr val="000000"/>
      </a:dk1>
      <a:lt1>
        <a:srgbClr val="FFFFFF"/>
      </a:lt1>
      <a:dk2>
        <a:srgbClr val="2C95DD"/>
      </a:dk2>
      <a:lt2>
        <a:srgbClr val="717073"/>
      </a:lt2>
      <a:accent1>
        <a:srgbClr val="2C95DD"/>
      </a:accent1>
      <a:accent2>
        <a:srgbClr val="007D68"/>
      </a:accent2>
      <a:accent3>
        <a:srgbClr val="93C5FF"/>
      </a:accent3>
      <a:accent4>
        <a:srgbClr val="BABCBE"/>
      </a:accent4>
      <a:accent5>
        <a:srgbClr val="8E908F"/>
      </a:accent5>
      <a:accent6>
        <a:srgbClr val="FF0000"/>
      </a:accent6>
      <a:hlink>
        <a:srgbClr val="2C95DD"/>
      </a:hlink>
      <a:folHlink>
        <a:srgbClr val="2C95E1"/>
      </a:folHlink>
    </a:clrScheme>
    <a:fontScheme name="Adjacency">
      <a:majorFont>
        <a:latin typeface="Verdan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Verdana"/>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4B15D6256FBBA439A36F38EE88BD2AC" ma:contentTypeVersion="3" ma:contentTypeDescription="Create a new document." ma:contentTypeScope="" ma:versionID="c6325cbf402974fda821c753a292e590">
  <xsd:schema xmlns:xsd="http://www.w3.org/2001/XMLSchema" xmlns:xs="http://www.w3.org/2001/XMLSchema" xmlns:p="http://schemas.microsoft.com/office/2006/metadata/properties" xmlns:ns2="acc976f4-dadb-41a7-94d5-36ea14b71f8e" targetNamespace="http://schemas.microsoft.com/office/2006/metadata/properties" ma:root="true" ma:fieldsID="6d9e46238dc6d752bdcae7b3bc232150" ns2:_="">
    <xsd:import namespace="acc976f4-dadb-41a7-94d5-36ea14b71f8e"/>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cc976f4-dadb-41a7-94d5-36ea14b71f8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9188ED0-CFFE-4403-91C8-83C7EB07FAC0}">
  <ds:schemaRefs>
    <ds:schemaRef ds:uri="http://schemas.microsoft.com/sharepoint/v3/contenttype/forms"/>
  </ds:schemaRefs>
</ds:datastoreItem>
</file>

<file path=customXml/itemProps2.xml><?xml version="1.0" encoding="utf-8"?>
<ds:datastoreItem xmlns:ds="http://schemas.openxmlformats.org/officeDocument/2006/customXml" ds:itemID="{18DD2691-CF35-41F7-8354-778CCA2FF9B4}">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554CD01C-7FE3-4B38-97AC-35C3754F54E5}"/>
</file>

<file path=docProps/app.xml><?xml version="1.0" encoding="utf-8"?>
<Properties xmlns="http://schemas.openxmlformats.org/officeDocument/2006/extended-properties" xmlns:vt="http://schemas.openxmlformats.org/officeDocument/2006/docPropsVTypes">
  <Template>D311-16x9_ILT OILT VILT Template_Open Curriculum-20140630</Template>
  <TotalTime>529</TotalTime>
  <Words>13939</Words>
  <Application>Microsoft Office PowerPoint</Application>
  <PresentationFormat>On-screen Show (16:9)</PresentationFormat>
  <Paragraphs>629</Paragraphs>
  <Slides>57</Slides>
  <Notes>57</Notes>
  <HiddenSlides>3</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57</vt:i4>
      </vt:variant>
    </vt:vector>
  </HeadingPairs>
  <TitlesOfParts>
    <vt:vector size="63" baseType="lpstr">
      <vt:lpstr>Arial</vt:lpstr>
      <vt:lpstr>Calibri</vt:lpstr>
      <vt:lpstr>Lucida Grande</vt:lpstr>
      <vt:lpstr>Verdana</vt:lpstr>
      <vt:lpstr>Wingdings</vt:lpstr>
      <vt:lpstr>D311-16x9_ILT OILT VILT Template_Open Curriculum-20140630</vt:lpstr>
      <vt:lpstr>Module: Physical Layer</vt:lpstr>
      <vt:lpstr>Cloud Computing Reference Model</vt:lpstr>
      <vt:lpstr>Physical Layer Overview</vt:lpstr>
      <vt:lpstr>Lesson: Compute System</vt:lpstr>
      <vt:lpstr>Introduction to Compute System</vt:lpstr>
      <vt:lpstr>Key Components of a Compute System</vt:lpstr>
      <vt:lpstr>Software Deployed on Compute Systems</vt:lpstr>
      <vt:lpstr>Types of Compute Systems</vt:lpstr>
      <vt:lpstr>Tower Compute System</vt:lpstr>
      <vt:lpstr>Rack-mounted Compute System</vt:lpstr>
      <vt:lpstr>Blade Compute System</vt:lpstr>
      <vt:lpstr>Lesson Summary</vt:lpstr>
      <vt:lpstr>Lesson: Storage System</vt:lpstr>
      <vt:lpstr>Introduction to Storage System</vt:lpstr>
      <vt:lpstr>Types of Storage Devices</vt:lpstr>
      <vt:lpstr>Types of Storage Devices</vt:lpstr>
      <vt:lpstr>Redundant Array of Independent Disks (RAID)</vt:lpstr>
      <vt:lpstr>RAID Technique: Striping</vt:lpstr>
      <vt:lpstr>RAID Technique: Mirroring</vt:lpstr>
      <vt:lpstr>RAID Technique: Parity</vt:lpstr>
      <vt:lpstr>Common RAID Levels</vt:lpstr>
      <vt:lpstr>Data Access Methods</vt:lpstr>
      <vt:lpstr>Storage System Architecture</vt:lpstr>
      <vt:lpstr>Block-based Storage System</vt:lpstr>
      <vt:lpstr>Block-based Storage System</vt:lpstr>
      <vt:lpstr>File-based Storage System</vt:lpstr>
      <vt:lpstr>NAS Deployment Options</vt:lpstr>
      <vt:lpstr>Object-based Storage System</vt:lpstr>
      <vt:lpstr>Object-based Storage System (Cont'd)</vt:lpstr>
      <vt:lpstr>Unified Storage System</vt:lpstr>
      <vt:lpstr>Lesson Summary</vt:lpstr>
      <vt:lpstr>Lesson: Network</vt:lpstr>
      <vt:lpstr>Introduction to Networking</vt:lpstr>
      <vt:lpstr>Types of Network Communication</vt:lpstr>
      <vt:lpstr>Compute-to-compute Communication </vt:lpstr>
      <vt:lpstr>Compute-to-storage Communication</vt:lpstr>
      <vt:lpstr>FC SAN</vt:lpstr>
      <vt:lpstr>FC SAN Components</vt:lpstr>
      <vt:lpstr>Fabric Connect and Addressing</vt:lpstr>
      <vt:lpstr>Fabric Port Types</vt:lpstr>
      <vt:lpstr>Zoning</vt:lpstr>
      <vt:lpstr>Types of Zoning</vt:lpstr>
      <vt:lpstr>IP SAN</vt:lpstr>
      <vt:lpstr>iSCSI Networking</vt:lpstr>
      <vt:lpstr>iSCSI Name</vt:lpstr>
      <vt:lpstr>FCIP Networking</vt:lpstr>
      <vt:lpstr>FCoE SAN</vt:lpstr>
      <vt:lpstr>FCoE SAN Components: CNA and S/W FCoE Adapter</vt:lpstr>
      <vt:lpstr>FCoE SAN Components: FCoE Switch and Storage Port</vt:lpstr>
      <vt:lpstr>Inter-cloud Communication</vt:lpstr>
      <vt:lpstr>Lesson Summary</vt:lpstr>
      <vt:lpstr>Concepts in Practice</vt:lpstr>
      <vt:lpstr>EMC VMAX, EMC VNX, and EMC ECS Appliance</vt:lpstr>
      <vt:lpstr>EMC Isilon and EMC Atmos</vt:lpstr>
      <vt:lpstr>EMC XtremIO and EMC Connectrix</vt:lpstr>
      <vt:lpstr>Module Summary</vt:lpstr>
      <vt:lpstr>PowerPoint Presentation</vt:lpstr>
    </vt:vector>
  </TitlesOfParts>
  <Company>EMC Corporation</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 Introduction to Cloud Computing</dc:title>
  <dc:creator>Pramod Prasad</dc:creator>
  <cp:lastModifiedBy>BAPS</cp:lastModifiedBy>
  <cp:revision>9</cp:revision>
  <cp:lastPrinted>2013-12-05T19:23:46Z</cp:lastPrinted>
  <dcterms:created xsi:type="dcterms:W3CDTF">2014-07-11T06:28:53Z</dcterms:created>
  <dcterms:modified xsi:type="dcterms:W3CDTF">2025-08-07T10:07:29Z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CAF1FF04-999F-4E95-9F8F-8B3DA587C448</vt:lpwstr>
  </property>
  <property fmtid="{D5CDD505-2E9C-101B-9397-08002B2CF9AE}" pid="3" name="ArticulatePath">
    <vt:lpwstr>2014 Template</vt:lpwstr>
  </property>
  <property fmtid="{D5CDD505-2E9C-101B-9397-08002B2CF9AE}" pid="4" name="ContentTypeId">
    <vt:lpwstr>0x010100E4B15D6256FBBA439A36F38EE88BD2AC</vt:lpwstr>
  </property>
  <property fmtid="{D5CDD505-2E9C-101B-9397-08002B2CF9AE}" pid="5" name="Order">
    <vt:r8>1000</vt:r8>
  </property>
  <property fmtid="{D5CDD505-2E9C-101B-9397-08002B2CF9AE}" pid="6" name="xd_Signature">
    <vt:bool>false</vt:bool>
  </property>
  <property fmtid="{D5CDD505-2E9C-101B-9397-08002B2CF9AE}" pid="7" name="xd_ProgID">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
  </property>
  <property fmtid="{D5CDD505-2E9C-101B-9397-08002B2CF9AE}" pid="13" name="TriggerFlowInfo">
    <vt:lpwstr/>
  </property>
</Properties>
</file>